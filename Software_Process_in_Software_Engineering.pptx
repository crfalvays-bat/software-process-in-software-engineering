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68" r:id="rId9"/>
    <p:sldId id="271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9FDB95-E477-4FCF-AB67-E847273483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60CB822-4D90-4212-86B0-039173E959E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2. Incremental Development</a:t>
          </a:r>
          <a:endParaRPr lang="en-US"/>
        </a:p>
      </dgm:t>
    </dgm:pt>
    <dgm:pt modelId="{1BC3996C-C8BF-46DA-9385-E7EBE0343433}" type="parTrans" cxnId="{F2C5D0C4-D554-41F6-A179-474F9D8B68C8}">
      <dgm:prSet/>
      <dgm:spPr/>
      <dgm:t>
        <a:bodyPr/>
        <a:lstStyle/>
        <a:p>
          <a:endParaRPr lang="en-US"/>
        </a:p>
      </dgm:t>
    </dgm:pt>
    <dgm:pt modelId="{9AEE8B67-8F45-4237-9B3C-53E3C8FD0C7F}" type="sibTrans" cxnId="{F2C5D0C4-D554-41F6-A179-474F9D8B68C8}">
      <dgm:prSet/>
      <dgm:spPr/>
      <dgm:t>
        <a:bodyPr/>
        <a:lstStyle/>
        <a:p>
          <a:endParaRPr lang="en-US"/>
        </a:p>
      </dgm:t>
    </dgm:pt>
    <dgm:pt modelId="{45A5CAA4-EB8B-4C1F-9B4C-1CEE2A8E0A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Basic Idea:</a:t>
          </a:r>
          <a:r>
            <a:rPr lang="en-US"/>
            <a:t> The software is developed as a series of versions (increments), with each increment adding functional features to the previous version.</a:t>
          </a:r>
        </a:p>
      </dgm:t>
    </dgm:pt>
    <dgm:pt modelId="{85B9D64B-B8AF-4A4E-AC4E-A32C5F4ED111}" type="parTrans" cxnId="{B0660FF3-7C0D-408E-914A-2653BB19A2F0}">
      <dgm:prSet/>
      <dgm:spPr/>
      <dgm:t>
        <a:bodyPr/>
        <a:lstStyle/>
        <a:p>
          <a:endParaRPr lang="en-US"/>
        </a:p>
      </dgm:t>
    </dgm:pt>
    <dgm:pt modelId="{286BCB64-8A87-4D76-A50F-6D979AF32BCA}" type="sibTrans" cxnId="{B0660FF3-7C0D-408E-914A-2653BB19A2F0}">
      <dgm:prSet/>
      <dgm:spPr/>
      <dgm:t>
        <a:bodyPr/>
        <a:lstStyle/>
        <a:p>
          <a:endParaRPr lang="en-US"/>
        </a:p>
      </dgm:t>
    </dgm:pt>
    <dgm:pt modelId="{78A988B1-7A77-4960-A924-B2C591B3C0E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Work Progression:</a:t>
          </a:r>
          <a:r>
            <a:rPr lang="en-US"/>
            <a:t> Specification, design, implementation, and validation activities are interleaved rather than sequential. Early increments deliver core functionality; subsequent increments expand capability based on feedback.</a:t>
          </a:r>
        </a:p>
      </dgm:t>
    </dgm:pt>
    <dgm:pt modelId="{6FA9DEFF-F358-4E2F-91FC-8F622BDDB73F}" type="parTrans" cxnId="{BEB2262E-359A-4CDC-803F-15D13B3368C9}">
      <dgm:prSet/>
      <dgm:spPr/>
      <dgm:t>
        <a:bodyPr/>
        <a:lstStyle/>
        <a:p>
          <a:endParaRPr lang="en-US"/>
        </a:p>
      </dgm:t>
    </dgm:pt>
    <dgm:pt modelId="{4BE20EAD-B42B-4D5E-8C4B-97A8196A9FE8}" type="sibTrans" cxnId="{BEB2262E-359A-4CDC-803F-15D13B3368C9}">
      <dgm:prSet/>
      <dgm:spPr/>
      <dgm:t>
        <a:bodyPr/>
        <a:lstStyle/>
        <a:p>
          <a:endParaRPr lang="en-US"/>
        </a:p>
      </dgm:t>
    </dgm:pt>
    <dgm:pt modelId="{D89E576A-75AE-4E9A-AB8A-E1F6871ACE5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Appropriate Projects:</a:t>
          </a:r>
          <a:r>
            <a:rPr lang="en-US"/>
            <a:t> Business software, consumer web/mobile applications, and fast-moving startup products where requirements evolve rapidly.</a:t>
          </a:r>
        </a:p>
      </dgm:t>
    </dgm:pt>
    <dgm:pt modelId="{8AD65D50-5C60-4062-A34D-4DE6A0B02761}" type="parTrans" cxnId="{E3A1E3AA-9101-40E3-A05E-FB8F017F8250}">
      <dgm:prSet/>
      <dgm:spPr/>
      <dgm:t>
        <a:bodyPr/>
        <a:lstStyle/>
        <a:p>
          <a:endParaRPr lang="en-US"/>
        </a:p>
      </dgm:t>
    </dgm:pt>
    <dgm:pt modelId="{66D0E4B1-B3E2-42CD-9B87-1FD30D2A2F00}" type="sibTrans" cxnId="{E3A1E3AA-9101-40E3-A05E-FB8F017F8250}">
      <dgm:prSet/>
      <dgm:spPr/>
      <dgm:t>
        <a:bodyPr/>
        <a:lstStyle/>
        <a:p>
          <a:endParaRPr lang="en-US"/>
        </a:p>
      </dgm:t>
    </dgm:pt>
    <dgm:pt modelId="{E56C9594-F23E-4660-8AFC-A6362940D7BE}" type="pres">
      <dgm:prSet presAssocID="{859FDB95-E477-4FCF-AB67-E84727348304}" presName="root" presStyleCnt="0">
        <dgm:presLayoutVars>
          <dgm:dir/>
          <dgm:resizeHandles val="exact"/>
        </dgm:presLayoutVars>
      </dgm:prSet>
      <dgm:spPr/>
    </dgm:pt>
    <dgm:pt modelId="{F9AA10DA-2E1B-4FA1-9803-BF98A6F37B39}" type="pres">
      <dgm:prSet presAssocID="{A60CB822-4D90-4212-86B0-039173E959E5}" presName="compNode" presStyleCnt="0"/>
      <dgm:spPr/>
    </dgm:pt>
    <dgm:pt modelId="{1D6E1A20-53CA-4746-B0FE-BAFF42CCD2AD}" type="pres">
      <dgm:prSet presAssocID="{A60CB822-4D90-4212-86B0-039173E959E5}" presName="iconBgRect" presStyleLbl="bgShp" presStyleIdx="0" presStyleCnt="4"/>
      <dgm:spPr/>
    </dgm:pt>
    <dgm:pt modelId="{04375BAA-FC90-4971-8BA9-C05854E9C976}" type="pres">
      <dgm:prSet presAssocID="{A60CB822-4D90-4212-86B0-039173E959E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9BD87EBA-5D0D-4F84-8756-8EFD9A798321}" type="pres">
      <dgm:prSet presAssocID="{A60CB822-4D90-4212-86B0-039173E959E5}" presName="spaceRect" presStyleCnt="0"/>
      <dgm:spPr/>
    </dgm:pt>
    <dgm:pt modelId="{EE6E4F93-7521-4D20-A27E-073557F0601F}" type="pres">
      <dgm:prSet presAssocID="{A60CB822-4D90-4212-86B0-039173E959E5}" presName="textRect" presStyleLbl="revTx" presStyleIdx="0" presStyleCnt="4">
        <dgm:presLayoutVars>
          <dgm:chMax val="1"/>
          <dgm:chPref val="1"/>
        </dgm:presLayoutVars>
      </dgm:prSet>
      <dgm:spPr/>
    </dgm:pt>
    <dgm:pt modelId="{0F0380C2-E073-4B50-BDA6-ABBDB014216D}" type="pres">
      <dgm:prSet presAssocID="{9AEE8B67-8F45-4237-9B3C-53E3C8FD0C7F}" presName="sibTrans" presStyleCnt="0"/>
      <dgm:spPr/>
    </dgm:pt>
    <dgm:pt modelId="{C5B87E36-4137-4A5A-A81B-8303CE5BAC32}" type="pres">
      <dgm:prSet presAssocID="{45A5CAA4-EB8B-4C1F-9B4C-1CEE2A8E0A2E}" presName="compNode" presStyleCnt="0"/>
      <dgm:spPr/>
    </dgm:pt>
    <dgm:pt modelId="{447652D5-7213-43C1-A4DE-31E616A427DF}" type="pres">
      <dgm:prSet presAssocID="{45A5CAA4-EB8B-4C1F-9B4C-1CEE2A8E0A2E}" presName="iconBgRect" presStyleLbl="bgShp" presStyleIdx="1" presStyleCnt="4"/>
      <dgm:spPr/>
    </dgm:pt>
    <dgm:pt modelId="{36E21A72-06E9-44C5-A8E0-4EF151BDEDB4}" type="pres">
      <dgm:prSet presAssocID="{45A5CAA4-EB8B-4C1F-9B4C-1CEE2A8E0A2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320EFFB-4635-4132-B1B1-FE522C548E70}" type="pres">
      <dgm:prSet presAssocID="{45A5CAA4-EB8B-4C1F-9B4C-1CEE2A8E0A2E}" presName="spaceRect" presStyleCnt="0"/>
      <dgm:spPr/>
    </dgm:pt>
    <dgm:pt modelId="{8FBD879D-BC2A-4204-B683-FF4A7C0D4388}" type="pres">
      <dgm:prSet presAssocID="{45A5CAA4-EB8B-4C1F-9B4C-1CEE2A8E0A2E}" presName="textRect" presStyleLbl="revTx" presStyleIdx="1" presStyleCnt="4">
        <dgm:presLayoutVars>
          <dgm:chMax val="1"/>
          <dgm:chPref val="1"/>
        </dgm:presLayoutVars>
      </dgm:prSet>
      <dgm:spPr/>
    </dgm:pt>
    <dgm:pt modelId="{37BB36D1-A9A7-44F0-A6A0-DE878F07B993}" type="pres">
      <dgm:prSet presAssocID="{286BCB64-8A87-4D76-A50F-6D979AF32BCA}" presName="sibTrans" presStyleCnt="0"/>
      <dgm:spPr/>
    </dgm:pt>
    <dgm:pt modelId="{44ED44DA-2B79-4BFF-8638-3AC965D31E66}" type="pres">
      <dgm:prSet presAssocID="{78A988B1-7A77-4960-A924-B2C591B3C0E2}" presName="compNode" presStyleCnt="0"/>
      <dgm:spPr/>
    </dgm:pt>
    <dgm:pt modelId="{70A3E5E8-4F53-420E-92E0-8004CE4B865B}" type="pres">
      <dgm:prSet presAssocID="{78A988B1-7A77-4960-A924-B2C591B3C0E2}" presName="iconBgRect" presStyleLbl="bgShp" presStyleIdx="2" presStyleCnt="4"/>
      <dgm:spPr/>
    </dgm:pt>
    <dgm:pt modelId="{C8DEB017-078A-49A5-AEE0-A5D444AEB4BB}" type="pres">
      <dgm:prSet presAssocID="{78A988B1-7A77-4960-A924-B2C591B3C0E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09BBE209-16FD-44DB-BCE4-F14A95D0B1B1}" type="pres">
      <dgm:prSet presAssocID="{78A988B1-7A77-4960-A924-B2C591B3C0E2}" presName="spaceRect" presStyleCnt="0"/>
      <dgm:spPr/>
    </dgm:pt>
    <dgm:pt modelId="{D74B761F-03C5-4CEB-89F4-A144A3302553}" type="pres">
      <dgm:prSet presAssocID="{78A988B1-7A77-4960-A924-B2C591B3C0E2}" presName="textRect" presStyleLbl="revTx" presStyleIdx="2" presStyleCnt="4">
        <dgm:presLayoutVars>
          <dgm:chMax val="1"/>
          <dgm:chPref val="1"/>
        </dgm:presLayoutVars>
      </dgm:prSet>
      <dgm:spPr/>
    </dgm:pt>
    <dgm:pt modelId="{7889C3C8-6E42-4286-A569-80F447215070}" type="pres">
      <dgm:prSet presAssocID="{4BE20EAD-B42B-4D5E-8C4B-97A8196A9FE8}" presName="sibTrans" presStyleCnt="0"/>
      <dgm:spPr/>
    </dgm:pt>
    <dgm:pt modelId="{A270EC92-52ED-4BC2-AE66-C9DC83D4D46B}" type="pres">
      <dgm:prSet presAssocID="{D89E576A-75AE-4E9A-AB8A-E1F6871ACE55}" presName="compNode" presStyleCnt="0"/>
      <dgm:spPr/>
    </dgm:pt>
    <dgm:pt modelId="{C57DFDB8-8D98-4997-8F9D-C7ECF19CF727}" type="pres">
      <dgm:prSet presAssocID="{D89E576A-75AE-4E9A-AB8A-E1F6871ACE55}" presName="iconBgRect" presStyleLbl="bgShp" presStyleIdx="3" presStyleCnt="4"/>
      <dgm:spPr/>
    </dgm:pt>
    <dgm:pt modelId="{144648E2-B828-4AD4-B608-E6C6A21A4707}" type="pres">
      <dgm:prSet presAssocID="{D89E576A-75AE-4E9A-AB8A-E1F6871ACE5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DF6DED4D-D1F1-4EC2-A921-8123F6F24F75}" type="pres">
      <dgm:prSet presAssocID="{D89E576A-75AE-4E9A-AB8A-E1F6871ACE55}" presName="spaceRect" presStyleCnt="0"/>
      <dgm:spPr/>
    </dgm:pt>
    <dgm:pt modelId="{5108BFBF-0F26-414D-AB58-8D057655F579}" type="pres">
      <dgm:prSet presAssocID="{D89E576A-75AE-4E9A-AB8A-E1F6871ACE5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53CE006-B197-4BB1-A0E5-6E90FA734B1B}" type="presOf" srcId="{78A988B1-7A77-4960-A924-B2C591B3C0E2}" destId="{D74B761F-03C5-4CEB-89F4-A144A3302553}" srcOrd="0" destOrd="0" presId="urn:microsoft.com/office/officeart/2018/5/layout/IconCircleLabelList"/>
    <dgm:cxn modelId="{2DC89719-2395-4578-B2AC-999627BC5A45}" type="presOf" srcId="{859FDB95-E477-4FCF-AB67-E84727348304}" destId="{E56C9594-F23E-4660-8AFC-A6362940D7BE}" srcOrd="0" destOrd="0" presId="urn:microsoft.com/office/officeart/2018/5/layout/IconCircleLabelList"/>
    <dgm:cxn modelId="{5C127129-6AEB-4C4F-A170-8F060AE9964A}" type="presOf" srcId="{D89E576A-75AE-4E9A-AB8A-E1F6871ACE55}" destId="{5108BFBF-0F26-414D-AB58-8D057655F579}" srcOrd="0" destOrd="0" presId="urn:microsoft.com/office/officeart/2018/5/layout/IconCircleLabelList"/>
    <dgm:cxn modelId="{BEB2262E-359A-4CDC-803F-15D13B3368C9}" srcId="{859FDB95-E477-4FCF-AB67-E84727348304}" destId="{78A988B1-7A77-4960-A924-B2C591B3C0E2}" srcOrd="2" destOrd="0" parTransId="{6FA9DEFF-F358-4E2F-91FC-8F622BDDB73F}" sibTransId="{4BE20EAD-B42B-4D5E-8C4B-97A8196A9FE8}"/>
    <dgm:cxn modelId="{B674D79F-98CC-4270-975B-4E105E7D2E23}" type="presOf" srcId="{A60CB822-4D90-4212-86B0-039173E959E5}" destId="{EE6E4F93-7521-4D20-A27E-073557F0601F}" srcOrd="0" destOrd="0" presId="urn:microsoft.com/office/officeart/2018/5/layout/IconCircleLabelList"/>
    <dgm:cxn modelId="{E3A1E3AA-9101-40E3-A05E-FB8F017F8250}" srcId="{859FDB95-E477-4FCF-AB67-E84727348304}" destId="{D89E576A-75AE-4E9A-AB8A-E1F6871ACE55}" srcOrd="3" destOrd="0" parTransId="{8AD65D50-5C60-4062-A34D-4DE6A0B02761}" sibTransId="{66D0E4B1-B3E2-42CD-9B87-1FD30D2A2F00}"/>
    <dgm:cxn modelId="{F2C5D0C4-D554-41F6-A179-474F9D8B68C8}" srcId="{859FDB95-E477-4FCF-AB67-E84727348304}" destId="{A60CB822-4D90-4212-86B0-039173E959E5}" srcOrd="0" destOrd="0" parTransId="{1BC3996C-C8BF-46DA-9385-E7EBE0343433}" sibTransId="{9AEE8B67-8F45-4237-9B3C-53E3C8FD0C7F}"/>
    <dgm:cxn modelId="{173F8AED-2716-436F-8D6A-01ED0E85F3E8}" type="presOf" srcId="{45A5CAA4-EB8B-4C1F-9B4C-1CEE2A8E0A2E}" destId="{8FBD879D-BC2A-4204-B683-FF4A7C0D4388}" srcOrd="0" destOrd="0" presId="urn:microsoft.com/office/officeart/2018/5/layout/IconCircleLabelList"/>
    <dgm:cxn modelId="{B0660FF3-7C0D-408E-914A-2653BB19A2F0}" srcId="{859FDB95-E477-4FCF-AB67-E84727348304}" destId="{45A5CAA4-EB8B-4C1F-9B4C-1CEE2A8E0A2E}" srcOrd="1" destOrd="0" parTransId="{85B9D64B-B8AF-4A4E-AC4E-A32C5F4ED111}" sibTransId="{286BCB64-8A87-4D76-A50F-6D979AF32BCA}"/>
    <dgm:cxn modelId="{7496E99E-A132-4CFB-AA6B-2C42A13E1CAC}" type="presParOf" srcId="{E56C9594-F23E-4660-8AFC-A6362940D7BE}" destId="{F9AA10DA-2E1B-4FA1-9803-BF98A6F37B39}" srcOrd="0" destOrd="0" presId="urn:microsoft.com/office/officeart/2018/5/layout/IconCircleLabelList"/>
    <dgm:cxn modelId="{0E6F82D8-25C8-4EE1-B78B-B6CBF2819DE9}" type="presParOf" srcId="{F9AA10DA-2E1B-4FA1-9803-BF98A6F37B39}" destId="{1D6E1A20-53CA-4746-B0FE-BAFF42CCD2AD}" srcOrd="0" destOrd="0" presId="urn:microsoft.com/office/officeart/2018/5/layout/IconCircleLabelList"/>
    <dgm:cxn modelId="{8B0F0820-79BD-4A4E-8F88-BA2B440C9612}" type="presParOf" srcId="{F9AA10DA-2E1B-4FA1-9803-BF98A6F37B39}" destId="{04375BAA-FC90-4971-8BA9-C05854E9C976}" srcOrd="1" destOrd="0" presId="urn:microsoft.com/office/officeart/2018/5/layout/IconCircleLabelList"/>
    <dgm:cxn modelId="{7D14E79F-484D-4FA8-BEC6-C3074F1E8D12}" type="presParOf" srcId="{F9AA10DA-2E1B-4FA1-9803-BF98A6F37B39}" destId="{9BD87EBA-5D0D-4F84-8756-8EFD9A798321}" srcOrd="2" destOrd="0" presId="urn:microsoft.com/office/officeart/2018/5/layout/IconCircleLabelList"/>
    <dgm:cxn modelId="{77C9556D-59CE-4155-A6A9-2A1BC9A5F810}" type="presParOf" srcId="{F9AA10DA-2E1B-4FA1-9803-BF98A6F37B39}" destId="{EE6E4F93-7521-4D20-A27E-073557F0601F}" srcOrd="3" destOrd="0" presId="urn:microsoft.com/office/officeart/2018/5/layout/IconCircleLabelList"/>
    <dgm:cxn modelId="{36ED4A89-9840-4A11-8301-9593505FBDAF}" type="presParOf" srcId="{E56C9594-F23E-4660-8AFC-A6362940D7BE}" destId="{0F0380C2-E073-4B50-BDA6-ABBDB014216D}" srcOrd="1" destOrd="0" presId="urn:microsoft.com/office/officeart/2018/5/layout/IconCircleLabelList"/>
    <dgm:cxn modelId="{DD847F0F-5E2B-4687-AD41-9CBE0CE96131}" type="presParOf" srcId="{E56C9594-F23E-4660-8AFC-A6362940D7BE}" destId="{C5B87E36-4137-4A5A-A81B-8303CE5BAC32}" srcOrd="2" destOrd="0" presId="urn:microsoft.com/office/officeart/2018/5/layout/IconCircleLabelList"/>
    <dgm:cxn modelId="{66DE267C-5A4E-4731-876A-E979278E1AB3}" type="presParOf" srcId="{C5B87E36-4137-4A5A-A81B-8303CE5BAC32}" destId="{447652D5-7213-43C1-A4DE-31E616A427DF}" srcOrd="0" destOrd="0" presId="urn:microsoft.com/office/officeart/2018/5/layout/IconCircleLabelList"/>
    <dgm:cxn modelId="{40BD281B-963E-4F2D-82EB-BF78CF01F903}" type="presParOf" srcId="{C5B87E36-4137-4A5A-A81B-8303CE5BAC32}" destId="{36E21A72-06E9-44C5-A8E0-4EF151BDEDB4}" srcOrd="1" destOrd="0" presId="urn:microsoft.com/office/officeart/2018/5/layout/IconCircleLabelList"/>
    <dgm:cxn modelId="{94257966-9E9F-4B03-88ED-EF7689FF52F3}" type="presParOf" srcId="{C5B87E36-4137-4A5A-A81B-8303CE5BAC32}" destId="{9320EFFB-4635-4132-B1B1-FE522C548E70}" srcOrd="2" destOrd="0" presId="urn:microsoft.com/office/officeart/2018/5/layout/IconCircleLabelList"/>
    <dgm:cxn modelId="{36BF7EBB-33E6-499C-8137-31E9DBC34050}" type="presParOf" srcId="{C5B87E36-4137-4A5A-A81B-8303CE5BAC32}" destId="{8FBD879D-BC2A-4204-B683-FF4A7C0D4388}" srcOrd="3" destOrd="0" presId="urn:microsoft.com/office/officeart/2018/5/layout/IconCircleLabelList"/>
    <dgm:cxn modelId="{D7631C47-D6F9-4F17-ADD4-76A817B578B7}" type="presParOf" srcId="{E56C9594-F23E-4660-8AFC-A6362940D7BE}" destId="{37BB36D1-A9A7-44F0-A6A0-DE878F07B993}" srcOrd="3" destOrd="0" presId="urn:microsoft.com/office/officeart/2018/5/layout/IconCircleLabelList"/>
    <dgm:cxn modelId="{42AB8D08-A2C8-4702-9F7F-7CF8033336CF}" type="presParOf" srcId="{E56C9594-F23E-4660-8AFC-A6362940D7BE}" destId="{44ED44DA-2B79-4BFF-8638-3AC965D31E66}" srcOrd="4" destOrd="0" presId="urn:microsoft.com/office/officeart/2018/5/layout/IconCircleLabelList"/>
    <dgm:cxn modelId="{C833E4F3-41AE-4E49-A1CD-6E206F36EED0}" type="presParOf" srcId="{44ED44DA-2B79-4BFF-8638-3AC965D31E66}" destId="{70A3E5E8-4F53-420E-92E0-8004CE4B865B}" srcOrd="0" destOrd="0" presId="urn:microsoft.com/office/officeart/2018/5/layout/IconCircleLabelList"/>
    <dgm:cxn modelId="{EC2E9EA0-EE73-4178-867B-CDE551B83A5F}" type="presParOf" srcId="{44ED44DA-2B79-4BFF-8638-3AC965D31E66}" destId="{C8DEB017-078A-49A5-AEE0-A5D444AEB4BB}" srcOrd="1" destOrd="0" presId="urn:microsoft.com/office/officeart/2018/5/layout/IconCircleLabelList"/>
    <dgm:cxn modelId="{D9D9569C-0E18-440D-A0E5-F1F5AA601A28}" type="presParOf" srcId="{44ED44DA-2B79-4BFF-8638-3AC965D31E66}" destId="{09BBE209-16FD-44DB-BCE4-F14A95D0B1B1}" srcOrd="2" destOrd="0" presId="urn:microsoft.com/office/officeart/2018/5/layout/IconCircleLabelList"/>
    <dgm:cxn modelId="{B64DD0E8-9CED-4575-82C7-728F705F7298}" type="presParOf" srcId="{44ED44DA-2B79-4BFF-8638-3AC965D31E66}" destId="{D74B761F-03C5-4CEB-89F4-A144A3302553}" srcOrd="3" destOrd="0" presId="urn:microsoft.com/office/officeart/2018/5/layout/IconCircleLabelList"/>
    <dgm:cxn modelId="{15BC1914-B480-43C6-ACBF-54A6D92F6626}" type="presParOf" srcId="{E56C9594-F23E-4660-8AFC-A6362940D7BE}" destId="{7889C3C8-6E42-4286-A569-80F447215070}" srcOrd="5" destOrd="0" presId="urn:microsoft.com/office/officeart/2018/5/layout/IconCircleLabelList"/>
    <dgm:cxn modelId="{7367A0D3-CCD1-4520-9D10-2880A1FE1CF5}" type="presParOf" srcId="{E56C9594-F23E-4660-8AFC-A6362940D7BE}" destId="{A270EC92-52ED-4BC2-AE66-C9DC83D4D46B}" srcOrd="6" destOrd="0" presId="urn:microsoft.com/office/officeart/2018/5/layout/IconCircleLabelList"/>
    <dgm:cxn modelId="{FCF9B629-C1B3-49FD-8C15-0BB3B23A948D}" type="presParOf" srcId="{A270EC92-52ED-4BC2-AE66-C9DC83D4D46B}" destId="{C57DFDB8-8D98-4997-8F9D-C7ECF19CF727}" srcOrd="0" destOrd="0" presId="urn:microsoft.com/office/officeart/2018/5/layout/IconCircleLabelList"/>
    <dgm:cxn modelId="{179FF5F0-C93A-4851-9D7F-ABCE23EA63F4}" type="presParOf" srcId="{A270EC92-52ED-4BC2-AE66-C9DC83D4D46B}" destId="{144648E2-B828-4AD4-B608-E6C6A21A4707}" srcOrd="1" destOrd="0" presId="urn:microsoft.com/office/officeart/2018/5/layout/IconCircleLabelList"/>
    <dgm:cxn modelId="{2552C1C1-2EF1-4214-A7F6-E1BB91C6D8BF}" type="presParOf" srcId="{A270EC92-52ED-4BC2-AE66-C9DC83D4D46B}" destId="{DF6DED4D-D1F1-4EC2-A921-8123F6F24F75}" srcOrd="2" destOrd="0" presId="urn:microsoft.com/office/officeart/2018/5/layout/IconCircleLabelList"/>
    <dgm:cxn modelId="{8A704131-120D-4005-994C-D5BAE4F2801D}" type="presParOf" srcId="{A270EC92-52ED-4BC2-AE66-C9DC83D4D46B}" destId="{5108BFBF-0F26-414D-AB58-8D057655F57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CD8B1F-1A2D-42B1-8695-E32D5B16DD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EB1CE63-E69F-4052-BE95-5985C0160E5A}">
      <dgm:prSet/>
      <dgm:spPr/>
      <dgm:t>
        <a:bodyPr/>
        <a:lstStyle/>
        <a:p>
          <a:pPr>
            <a:defRPr cap="all"/>
          </a:pPr>
          <a:r>
            <a:rPr lang="en-US" b="1" dirty="0">
              <a:solidFill>
                <a:schemeClr val="tx1">
                  <a:alpha val="80000"/>
                </a:schemeClr>
              </a:solidFill>
            </a:rPr>
            <a:t>3. Integration and Configuration (Component-Based Reuse)</a:t>
          </a:r>
          <a:endParaRPr lang="en-US" dirty="0"/>
        </a:p>
      </dgm:t>
    </dgm:pt>
    <dgm:pt modelId="{62B5A922-A8A2-490A-A736-1DF15502427E}" type="parTrans" cxnId="{2532DF22-9027-41A6-BC5F-F7B368B3E0B7}">
      <dgm:prSet/>
      <dgm:spPr/>
      <dgm:t>
        <a:bodyPr/>
        <a:lstStyle/>
        <a:p>
          <a:endParaRPr lang="en-US"/>
        </a:p>
      </dgm:t>
    </dgm:pt>
    <dgm:pt modelId="{4F30D270-01AF-4863-9D03-ED6488D43131}" type="sibTrans" cxnId="{2532DF22-9027-41A6-BC5F-F7B368B3E0B7}">
      <dgm:prSet/>
      <dgm:spPr/>
      <dgm:t>
        <a:bodyPr/>
        <a:lstStyle/>
        <a:p>
          <a:endParaRPr lang="en-US"/>
        </a:p>
      </dgm:t>
    </dgm:pt>
    <dgm:pt modelId="{8D1F3AF2-0F9A-4A9D-94E7-97F0EDECF980}">
      <dgm:prSet/>
      <dgm:spPr/>
      <dgm:t>
        <a:bodyPr/>
        <a:lstStyle/>
        <a:p>
          <a:pPr>
            <a:defRPr cap="all"/>
          </a:pPr>
          <a:r>
            <a:rPr lang="en-US" b="1" dirty="0">
              <a:solidFill>
                <a:schemeClr val="tx1">
                  <a:alpha val="80000"/>
                </a:schemeClr>
              </a:solidFill>
            </a:rPr>
            <a:t>Basic Idea:</a:t>
          </a:r>
          <a:r>
            <a:rPr lang="en-US" dirty="0">
              <a:solidFill>
                <a:schemeClr val="tx1">
                  <a:alpha val="80000"/>
                </a:schemeClr>
              </a:solidFill>
            </a:rPr>
            <a:t> Development focuses on assembling and configuring pre-existing software components, commercial off-the-shelf (COTS) software, cloud microservices, or frameworks rather than building from scratch.</a:t>
          </a:r>
          <a:endParaRPr lang="en-US" dirty="0"/>
        </a:p>
      </dgm:t>
    </dgm:pt>
    <dgm:pt modelId="{96B7DF9A-AD03-45B0-AF25-04FB5841C6E8}" type="parTrans" cxnId="{E9C3F3F7-DA11-445B-821D-69A3246D748E}">
      <dgm:prSet/>
      <dgm:spPr/>
      <dgm:t>
        <a:bodyPr/>
        <a:lstStyle/>
        <a:p>
          <a:endParaRPr lang="en-US"/>
        </a:p>
      </dgm:t>
    </dgm:pt>
    <dgm:pt modelId="{B38F52BF-D212-41CC-AA9B-7E93FA4AE536}" type="sibTrans" cxnId="{E9C3F3F7-DA11-445B-821D-69A3246D748E}">
      <dgm:prSet/>
      <dgm:spPr/>
      <dgm:t>
        <a:bodyPr/>
        <a:lstStyle/>
        <a:p>
          <a:endParaRPr lang="en-US"/>
        </a:p>
      </dgm:t>
    </dgm:pt>
    <dgm:pt modelId="{A3BD969C-93AA-4161-958C-C3D31925E751}">
      <dgm:prSet/>
      <dgm:spPr/>
      <dgm:t>
        <a:bodyPr/>
        <a:lstStyle/>
        <a:p>
          <a:pPr>
            <a:defRPr cap="all"/>
          </a:pPr>
          <a:r>
            <a:rPr lang="en-US" b="1" dirty="0">
              <a:solidFill>
                <a:schemeClr val="tx1">
                  <a:alpha val="80000"/>
                </a:schemeClr>
              </a:solidFill>
            </a:rPr>
            <a:t>Work Progression:</a:t>
          </a:r>
          <a:r>
            <a:rPr lang="en-US" dirty="0">
              <a:solidFill>
                <a:schemeClr val="tx1">
                  <a:alpha val="80000"/>
                </a:schemeClr>
              </a:solidFill>
            </a:rPr>
            <a:t> Starts with identifying available software components, refining requirements to match component capabilities, configuring the parameters, and integrating them into the system architecture.</a:t>
          </a:r>
          <a:endParaRPr lang="en-US" dirty="0"/>
        </a:p>
      </dgm:t>
    </dgm:pt>
    <dgm:pt modelId="{73FD3660-E433-4B3B-AB65-41614A0B0EC4}" type="parTrans" cxnId="{12973D00-B886-4FA1-8BE5-62B7519E91E8}">
      <dgm:prSet/>
      <dgm:spPr/>
      <dgm:t>
        <a:bodyPr/>
        <a:lstStyle/>
        <a:p>
          <a:endParaRPr lang="en-US"/>
        </a:p>
      </dgm:t>
    </dgm:pt>
    <dgm:pt modelId="{AD7381B0-0A8A-4982-9A08-5777B23D4296}" type="sibTrans" cxnId="{12973D00-B886-4FA1-8BE5-62B7519E91E8}">
      <dgm:prSet/>
      <dgm:spPr/>
      <dgm:t>
        <a:bodyPr/>
        <a:lstStyle/>
        <a:p>
          <a:endParaRPr lang="en-US"/>
        </a:p>
      </dgm:t>
    </dgm:pt>
    <dgm:pt modelId="{FA4C7C26-C73E-4615-B03B-5B26C7537FCF}">
      <dgm:prSet/>
      <dgm:spPr/>
      <dgm:t>
        <a:bodyPr/>
        <a:lstStyle/>
        <a:p>
          <a:pPr>
            <a:defRPr cap="all"/>
          </a:pPr>
          <a:r>
            <a:rPr lang="en-US" b="1" dirty="0">
              <a:solidFill>
                <a:schemeClr val="tx1">
                  <a:alpha val="80000"/>
                </a:schemeClr>
              </a:solidFill>
            </a:rPr>
            <a:t>Appropriate Projects:</a:t>
          </a:r>
          <a:r>
            <a:rPr lang="en-US" dirty="0">
              <a:solidFill>
                <a:schemeClr val="tx1">
                  <a:alpha val="80000"/>
                </a:schemeClr>
              </a:solidFill>
            </a:rPr>
            <a:t> Enterprise resource planning (ERP) systems, e-commerce stores, and web services that leverage standardized third-party APIs.</a:t>
          </a:r>
          <a:endParaRPr lang="en-US" dirty="0"/>
        </a:p>
      </dgm:t>
    </dgm:pt>
    <dgm:pt modelId="{4614B54B-4983-4152-828A-79637A6A06BA}" type="parTrans" cxnId="{44897DE2-CF40-474D-A272-0EB911FD37F4}">
      <dgm:prSet/>
      <dgm:spPr/>
      <dgm:t>
        <a:bodyPr/>
        <a:lstStyle/>
        <a:p>
          <a:endParaRPr lang="en-US"/>
        </a:p>
      </dgm:t>
    </dgm:pt>
    <dgm:pt modelId="{9A4742A4-B0CC-4D24-8C5D-8CBD15CECD54}" type="sibTrans" cxnId="{44897DE2-CF40-474D-A272-0EB911FD37F4}">
      <dgm:prSet/>
      <dgm:spPr/>
      <dgm:t>
        <a:bodyPr/>
        <a:lstStyle/>
        <a:p>
          <a:endParaRPr lang="en-US"/>
        </a:p>
      </dgm:t>
    </dgm:pt>
    <dgm:pt modelId="{078C9C37-DB38-478F-8264-BD886AE075AD}" type="pres">
      <dgm:prSet presAssocID="{B1CD8B1F-1A2D-42B1-8695-E32D5B16DD79}" presName="root" presStyleCnt="0">
        <dgm:presLayoutVars>
          <dgm:dir/>
          <dgm:resizeHandles val="exact"/>
        </dgm:presLayoutVars>
      </dgm:prSet>
      <dgm:spPr/>
    </dgm:pt>
    <dgm:pt modelId="{2D23A6DD-439C-425E-B3EB-2641E10561B9}" type="pres">
      <dgm:prSet presAssocID="{7EB1CE63-E69F-4052-BE95-5985C0160E5A}" presName="compNode" presStyleCnt="0"/>
      <dgm:spPr/>
    </dgm:pt>
    <dgm:pt modelId="{8DBCA685-C1E4-4C9A-9B09-4007291A0207}" type="pres">
      <dgm:prSet presAssocID="{7EB1CE63-E69F-4052-BE95-5985C0160E5A}" presName="iconBgRect" presStyleLbl="bgShp" presStyleIdx="0" presStyleCnt="4"/>
      <dgm:spPr/>
    </dgm:pt>
    <dgm:pt modelId="{6C1625F5-092F-4E02-952A-06A4A7FCA05F}" type="pres">
      <dgm:prSet presAssocID="{7EB1CE63-E69F-4052-BE95-5985C0160E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D41D1C8-F55B-4D05-A369-2EFF4529C09C}" type="pres">
      <dgm:prSet presAssocID="{7EB1CE63-E69F-4052-BE95-5985C0160E5A}" presName="spaceRect" presStyleCnt="0"/>
      <dgm:spPr/>
    </dgm:pt>
    <dgm:pt modelId="{578A5373-7BE9-4A49-9057-F24A7E3D67C4}" type="pres">
      <dgm:prSet presAssocID="{7EB1CE63-E69F-4052-BE95-5985C0160E5A}" presName="textRect" presStyleLbl="revTx" presStyleIdx="0" presStyleCnt="4">
        <dgm:presLayoutVars>
          <dgm:chMax val="1"/>
          <dgm:chPref val="1"/>
        </dgm:presLayoutVars>
      </dgm:prSet>
      <dgm:spPr/>
    </dgm:pt>
    <dgm:pt modelId="{289F6CC4-5056-4B17-81BE-BDE3DD2132A9}" type="pres">
      <dgm:prSet presAssocID="{4F30D270-01AF-4863-9D03-ED6488D43131}" presName="sibTrans" presStyleCnt="0"/>
      <dgm:spPr/>
    </dgm:pt>
    <dgm:pt modelId="{09355E7F-FEA9-4009-9852-EF8B350BA87B}" type="pres">
      <dgm:prSet presAssocID="{8D1F3AF2-0F9A-4A9D-94E7-97F0EDECF980}" presName="compNode" presStyleCnt="0"/>
      <dgm:spPr/>
    </dgm:pt>
    <dgm:pt modelId="{FB26BE5B-BB3B-40A2-8168-55F95E3CB563}" type="pres">
      <dgm:prSet presAssocID="{8D1F3AF2-0F9A-4A9D-94E7-97F0EDECF980}" presName="iconBgRect" presStyleLbl="bgShp" presStyleIdx="1" presStyleCnt="4"/>
      <dgm:spPr/>
    </dgm:pt>
    <dgm:pt modelId="{09A40DDC-5EBC-4241-AEA6-1637FF590E13}" type="pres">
      <dgm:prSet presAssocID="{8D1F3AF2-0F9A-4A9D-94E7-97F0EDECF98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9A7877B3-73D0-4D9A-9A4B-75F12AD8CB49}" type="pres">
      <dgm:prSet presAssocID="{8D1F3AF2-0F9A-4A9D-94E7-97F0EDECF980}" presName="spaceRect" presStyleCnt="0"/>
      <dgm:spPr/>
    </dgm:pt>
    <dgm:pt modelId="{0F678856-3DFA-4DF7-92DB-F4C58E2A928B}" type="pres">
      <dgm:prSet presAssocID="{8D1F3AF2-0F9A-4A9D-94E7-97F0EDECF980}" presName="textRect" presStyleLbl="revTx" presStyleIdx="1" presStyleCnt="4">
        <dgm:presLayoutVars>
          <dgm:chMax val="1"/>
          <dgm:chPref val="1"/>
        </dgm:presLayoutVars>
      </dgm:prSet>
      <dgm:spPr/>
    </dgm:pt>
    <dgm:pt modelId="{DAFDF33A-B03B-4C02-981E-91A7AD8CF0C8}" type="pres">
      <dgm:prSet presAssocID="{B38F52BF-D212-41CC-AA9B-7E93FA4AE536}" presName="sibTrans" presStyleCnt="0"/>
      <dgm:spPr/>
    </dgm:pt>
    <dgm:pt modelId="{6DCEBA9D-AAF1-4D35-B311-436B46878E46}" type="pres">
      <dgm:prSet presAssocID="{A3BD969C-93AA-4161-958C-C3D31925E751}" presName="compNode" presStyleCnt="0"/>
      <dgm:spPr/>
    </dgm:pt>
    <dgm:pt modelId="{44C5D6F7-7952-4766-929D-392F1CDE6F74}" type="pres">
      <dgm:prSet presAssocID="{A3BD969C-93AA-4161-958C-C3D31925E751}" presName="iconBgRect" presStyleLbl="bgShp" presStyleIdx="2" presStyleCnt="4"/>
      <dgm:spPr/>
    </dgm:pt>
    <dgm:pt modelId="{06042DBC-E0B0-4FBE-8815-8449F70E3299}" type="pres">
      <dgm:prSet presAssocID="{A3BD969C-93AA-4161-958C-C3D31925E75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CA47CDAF-09EF-45D5-849A-B0228FA96ACE}" type="pres">
      <dgm:prSet presAssocID="{A3BD969C-93AA-4161-958C-C3D31925E751}" presName="spaceRect" presStyleCnt="0"/>
      <dgm:spPr/>
    </dgm:pt>
    <dgm:pt modelId="{689E2EF3-B0DD-4909-840D-EC042EDD919D}" type="pres">
      <dgm:prSet presAssocID="{A3BD969C-93AA-4161-958C-C3D31925E751}" presName="textRect" presStyleLbl="revTx" presStyleIdx="2" presStyleCnt="4">
        <dgm:presLayoutVars>
          <dgm:chMax val="1"/>
          <dgm:chPref val="1"/>
        </dgm:presLayoutVars>
      </dgm:prSet>
      <dgm:spPr/>
    </dgm:pt>
    <dgm:pt modelId="{5FD18905-674C-4620-A975-3CCFCE9F06B3}" type="pres">
      <dgm:prSet presAssocID="{AD7381B0-0A8A-4982-9A08-5777B23D4296}" presName="sibTrans" presStyleCnt="0"/>
      <dgm:spPr/>
    </dgm:pt>
    <dgm:pt modelId="{2FA8C8F2-B545-4EA1-AF63-BDDF4CB94BB6}" type="pres">
      <dgm:prSet presAssocID="{FA4C7C26-C73E-4615-B03B-5B26C7537FCF}" presName="compNode" presStyleCnt="0"/>
      <dgm:spPr/>
    </dgm:pt>
    <dgm:pt modelId="{2E2C9A5E-0757-482D-A009-C495CC552658}" type="pres">
      <dgm:prSet presAssocID="{FA4C7C26-C73E-4615-B03B-5B26C7537FCF}" presName="iconBgRect" presStyleLbl="bgShp" presStyleIdx="3" presStyleCnt="4"/>
      <dgm:spPr/>
    </dgm:pt>
    <dgm:pt modelId="{B5C6C47F-C575-427C-8EE7-36DDCD076032}" type="pres">
      <dgm:prSet presAssocID="{FA4C7C26-C73E-4615-B03B-5B26C7537FC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5F219392-629E-43E2-A8DD-D0502377C9F0}" type="pres">
      <dgm:prSet presAssocID="{FA4C7C26-C73E-4615-B03B-5B26C7537FCF}" presName="spaceRect" presStyleCnt="0"/>
      <dgm:spPr/>
    </dgm:pt>
    <dgm:pt modelId="{B5374FA6-57BD-4475-8841-BC74FD31406F}" type="pres">
      <dgm:prSet presAssocID="{FA4C7C26-C73E-4615-B03B-5B26C7537FC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2973D00-B886-4FA1-8BE5-62B7519E91E8}" srcId="{B1CD8B1F-1A2D-42B1-8695-E32D5B16DD79}" destId="{A3BD969C-93AA-4161-958C-C3D31925E751}" srcOrd="2" destOrd="0" parTransId="{73FD3660-E433-4B3B-AB65-41614A0B0EC4}" sibTransId="{AD7381B0-0A8A-4982-9A08-5777B23D4296}"/>
    <dgm:cxn modelId="{7470EC0A-25BB-4204-A0DE-8A0561D159DD}" type="presOf" srcId="{A3BD969C-93AA-4161-958C-C3D31925E751}" destId="{689E2EF3-B0DD-4909-840D-EC042EDD919D}" srcOrd="0" destOrd="0" presId="urn:microsoft.com/office/officeart/2018/5/layout/IconCircleLabelList"/>
    <dgm:cxn modelId="{2532DF22-9027-41A6-BC5F-F7B368B3E0B7}" srcId="{B1CD8B1F-1A2D-42B1-8695-E32D5B16DD79}" destId="{7EB1CE63-E69F-4052-BE95-5985C0160E5A}" srcOrd="0" destOrd="0" parTransId="{62B5A922-A8A2-490A-A736-1DF15502427E}" sibTransId="{4F30D270-01AF-4863-9D03-ED6488D43131}"/>
    <dgm:cxn modelId="{7ECD1534-C30E-4969-914E-CB6FB654DDEC}" type="presOf" srcId="{FA4C7C26-C73E-4615-B03B-5B26C7537FCF}" destId="{B5374FA6-57BD-4475-8841-BC74FD31406F}" srcOrd="0" destOrd="0" presId="urn:microsoft.com/office/officeart/2018/5/layout/IconCircleLabelList"/>
    <dgm:cxn modelId="{06E51CE0-505B-434C-AC7C-5838C656ED8C}" type="presOf" srcId="{B1CD8B1F-1A2D-42B1-8695-E32D5B16DD79}" destId="{078C9C37-DB38-478F-8264-BD886AE075AD}" srcOrd="0" destOrd="0" presId="urn:microsoft.com/office/officeart/2018/5/layout/IconCircleLabelList"/>
    <dgm:cxn modelId="{44897DE2-CF40-474D-A272-0EB911FD37F4}" srcId="{B1CD8B1F-1A2D-42B1-8695-E32D5B16DD79}" destId="{FA4C7C26-C73E-4615-B03B-5B26C7537FCF}" srcOrd="3" destOrd="0" parTransId="{4614B54B-4983-4152-828A-79637A6A06BA}" sibTransId="{9A4742A4-B0CC-4D24-8C5D-8CBD15CECD54}"/>
    <dgm:cxn modelId="{D8314CF2-D332-42DE-BE3F-7FC1D16A230A}" type="presOf" srcId="{7EB1CE63-E69F-4052-BE95-5985C0160E5A}" destId="{578A5373-7BE9-4A49-9057-F24A7E3D67C4}" srcOrd="0" destOrd="0" presId="urn:microsoft.com/office/officeart/2018/5/layout/IconCircleLabelList"/>
    <dgm:cxn modelId="{E9C3F3F7-DA11-445B-821D-69A3246D748E}" srcId="{B1CD8B1F-1A2D-42B1-8695-E32D5B16DD79}" destId="{8D1F3AF2-0F9A-4A9D-94E7-97F0EDECF980}" srcOrd="1" destOrd="0" parTransId="{96B7DF9A-AD03-45B0-AF25-04FB5841C6E8}" sibTransId="{B38F52BF-D212-41CC-AA9B-7E93FA4AE536}"/>
    <dgm:cxn modelId="{957B9CF9-321A-45C1-A108-A10701F4191E}" type="presOf" srcId="{8D1F3AF2-0F9A-4A9D-94E7-97F0EDECF980}" destId="{0F678856-3DFA-4DF7-92DB-F4C58E2A928B}" srcOrd="0" destOrd="0" presId="urn:microsoft.com/office/officeart/2018/5/layout/IconCircleLabelList"/>
    <dgm:cxn modelId="{E04F5264-448A-45F2-A4A9-B9CF8B9471DC}" type="presParOf" srcId="{078C9C37-DB38-478F-8264-BD886AE075AD}" destId="{2D23A6DD-439C-425E-B3EB-2641E10561B9}" srcOrd="0" destOrd="0" presId="urn:microsoft.com/office/officeart/2018/5/layout/IconCircleLabelList"/>
    <dgm:cxn modelId="{57EA2116-FC86-45EA-B2EE-91EC2C6E419F}" type="presParOf" srcId="{2D23A6DD-439C-425E-B3EB-2641E10561B9}" destId="{8DBCA685-C1E4-4C9A-9B09-4007291A0207}" srcOrd="0" destOrd="0" presId="urn:microsoft.com/office/officeart/2018/5/layout/IconCircleLabelList"/>
    <dgm:cxn modelId="{005608A4-B60D-4117-8F79-7E293F52759C}" type="presParOf" srcId="{2D23A6DD-439C-425E-B3EB-2641E10561B9}" destId="{6C1625F5-092F-4E02-952A-06A4A7FCA05F}" srcOrd="1" destOrd="0" presId="urn:microsoft.com/office/officeart/2018/5/layout/IconCircleLabelList"/>
    <dgm:cxn modelId="{AD075F5A-9827-4EFB-9638-2A9678138314}" type="presParOf" srcId="{2D23A6DD-439C-425E-B3EB-2641E10561B9}" destId="{CD41D1C8-F55B-4D05-A369-2EFF4529C09C}" srcOrd="2" destOrd="0" presId="urn:microsoft.com/office/officeart/2018/5/layout/IconCircleLabelList"/>
    <dgm:cxn modelId="{09E5F6DD-7272-4BFE-B823-D40126900F20}" type="presParOf" srcId="{2D23A6DD-439C-425E-B3EB-2641E10561B9}" destId="{578A5373-7BE9-4A49-9057-F24A7E3D67C4}" srcOrd="3" destOrd="0" presId="urn:microsoft.com/office/officeart/2018/5/layout/IconCircleLabelList"/>
    <dgm:cxn modelId="{A9F8B57C-7B87-4A6E-AF30-9C76233B961A}" type="presParOf" srcId="{078C9C37-DB38-478F-8264-BD886AE075AD}" destId="{289F6CC4-5056-4B17-81BE-BDE3DD2132A9}" srcOrd="1" destOrd="0" presId="urn:microsoft.com/office/officeart/2018/5/layout/IconCircleLabelList"/>
    <dgm:cxn modelId="{6FB688F0-48FF-41DB-8047-C061DE9437D0}" type="presParOf" srcId="{078C9C37-DB38-478F-8264-BD886AE075AD}" destId="{09355E7F-FEA9-4009-9852-EF8B350BA87B}" srcOrd="2" destOrd="0" presId="urn:microsoft.com/office/officeart/2018/5/layout/IconCircleLabelList"/>
    <dgm:cxn modelId="{3DEAD2C8-1F82-478C-9D15-A9B20AC008A1}" type="presParOf" srcId="{09355E7F-FEA9-4009-9852-EF8B350BA87B}" destId="{FB26BE5B-BB3B-40A2-8168-55F95E3CB563}" srcOrd="0" destOrd="0" presId="urn:microsoft.com/office/officeart/2018/5/layout/IconCircleLabelList"/>
    <dgm:cxn modelId="{3E9ADFE1-3837-409A-830F-A63919DBD13E}" type="presParOf" srcId="{09355E7F-FEA9-4009-9852-EF8B350BA87B}" destId="{09A40DDC-5EBC-4241-AEA6-1637FF590E13}" srcOrd="1" destOrd="0" presId="urn:microsoft.com/office/officeart/2018/5/layout/IconCircleLabelList"/>
    <dgm:cxn modelId="{4DEDC99F-F791-43B2-9547-BEC8A3DC15CC}" type="presParOf" srcId="{09355E7F-FEA9-4009-9852-EF8B350BA87B}" destId="{9A7877B3-73D0-4D9A-9A4B-75F12AD8CB49}" srcOrd="2" destOrd="0" presId="urn:microsoft.com/office/officeart/2018/5/layout/IconCircleLabelList"/>
    <dgm:cxn modelId="{C8DE8023-11CB-4FC6-8C15-59A5163A7071}" type="presParOf" srcId="{09355E7F-FEA9-4009-9852-EF8B350BA87B}" destId="{0F678856-3DFA-4DF7-92DB-F4C58E2A928B}" srcOrd="3" destOrd="0" presId="urn:microsoft.com/office/officeart/2018/5/layout/IconCircleLabelList"/>
    <dgm:cxn modelId="{9C68BB9A-8C51-4439-BC7F-C0A44192D307}" type="presParOf" srcId="{078C9C37-DB38-478F-8264-BD886AE075AD}" destId="{DAFDF33A-B03B-4C02-981E-91A7AD8CF0C8}" srcOrd="3" destOrd="0" presId="urn:microsoft.com/office/officeart/2018/5/layout/IconCircleLabelList"/>
    <dgm:cxn modelId="{E75BFDBB-BAE5-497A-8229-49B709927674}" type="presParOf" srcId="{078C9C37-DB38-478F-8264-BD886AE075AD}" destId="{6DCEBA9D-AAF1-4D35-B311-436B46878E46}" srcOrd="4" destOrd="0" presId="urn:microsoft.com/office/officeart/2018/5/layout/IconCircleLabelList"/>
    <dgm:cxn modelId="{F8DF18DD-299F-4987-AA40-920CF528DC87}" type="presParOf" srcId="{6DCEBA9D-AAF1-4D35-B311-436B46878E46}" destId="{44C5D6F7-7952-4766-929D-392F1CDE6F74}" srcOrd="0" destOrd="0" presId="urn:microsoft.com/office/officeart/2018/5/layout/IconCircleLabelList"/>
    <dgm:cxn modelId="{805FDC66-8CAC-4FF6-8F7B-FAE9A614C9ED}" type="presParOf" srcId="{6DCEBA9D-AAF1-4D35-B311-436B46878E46}" destId="{06042DBC-E0B0-4FBE-8815-8449F70E3299}" srcOrd="1" destOrd="0" presId="urn:microsoft.com/office/officeart/2018/5/layout/IconCircleLabelList"/>
    <dgm:cxn modelId="{3B523907-975F-462B-9BC6-E772EA58B8F7}" type="presParOf" srcId="{6DCEBA9D-AAF1-4D35-B311-436B46878E46}" destId="{CA47CDAF-09EF-45D5-849A-B0228FA96ACE}" srcOrd="2" destOrd="0" presId="urn:microsoft.com/office/officeart/2018/5/layout/IconCircleLabelList"/>
    <dgm:cxn modelId="{7A07A651-E503-4BAF-83AC-30871D354FA6}" type="presParOf" srcId="{6DCEBA9D-AAF1-4D35-B311-436B46878E46}" destId="{689E2EF3-B0DD-4909-840D-EC042EDD919D}" srcOrd="3" destOrd="0" presId="urn:microsoft.com/office/officeart/2018/5/layout/IconCircleLabelList"/>
    <dgm:cxn modelId="{3305F6EC-FF5B-4A30-9A89-4DD4B5B99E66}" type="presParOf" srcId="{078C9C37-DB38-478F-8264-BD886AE075AD}" destId="{5FD18905-674C-4620-A975-3CCFCE9F06B3}" srcOrd="5" destOrd="0" presId="urn:microsoft.com/office/officeart/2018/5/layout/IconCircleLabelList"/>
    <dgm:cxn modelId="{9C8C25AD-20A0-411C-9CD4-FD0455B05B33}" type="presParOf" srcId="{078C9C37-DB38-478F-8264-BD886AE075AD}" destId="{2FA8C8F2-B545-4EA1-AF63-BDDF4CB94BB6}" srcOrd="6" destOrd="0" presId="urn:microsoft.com/office/officeart/2018/5/layout/IconCircleLabelList"/>
    <dgm:cxn modelId="{46EF0573-32B1-4988-B40D-0E89B6717D5C}" type="presParOf" srcId="{2FA8C8F2-B545-4EA1-AF63-BDDF4CB94BB6}" destId="{2E2C9A5E-0757-482D-A009-C495CC552658}" srcOrd="0" destOrd="0" presId="urn:microsoft.com/office/officeart/2018/5/layout/IconCircleLabelList"/>
    <dgm:cxn modelId="{714BB033-33EF-4FB3-82C6-583D39317B2E}" type="presParOf" srcId="{2FA8C8F2-B545-4EA1-AF63-BDDF4CB94BB6}" destId="{B5C6C47F-C575-427C-8EE7-36DDCD076032}" srcOrd="1" destOrd="0" presId="urn:microsoft.com/office/officeart/2018/5/layout/IconCircleLabelList"/>
    <dgm:cxn modelId="{0195B7EE-B9A4-4A55-8CAF-5374E33DD81C}" type="presParOf" srcId="{2FA8C8F2-B545-4EA1-AF63-BDDF4CB94BB6}" destId="{5F219392-629E-43E2-A8DD-D0502377C9F0}" srcOrd="2" destOrd="0" presId="urn:microsoft.com/office/officeart/2018/5/layout/IconCircleLabelList"/>
    <dgm:cxn modelId="{355DB475-CEE7-4464-A5CB-22EBCF3F7915}" type="presParOf" srcId="{2FA8C8F2-B545-4EA1-AF63-BDDF4CB94BB6}" destId="{B5374FA6-57BD-4475-8841-BC74FD31406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CD8B1F-1A2D-42B1-8695-E32D5B16DD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EB1CE63-E69F-4052-BE95-5985C0160E5A}">
      <dgm:prSet/>
      <dgm:spPr/>
      <dgm:t>
        <a:bodyPr/>
        <a:lstStyle/>
        <a:p>
          <a:pPr>
            <a:defRPr cap="all"/>
          </a:pPr>
          <a:r>
            <a:rPr lang="en-US" b="1"/>
            <a:t>4. Plan-Driven Development</a:t>
          </a:r>
          <a:endParaRPr lang="en-US"/>
        </a:p>
      </dgm:t>
    </dgm:pt>
    <dgm:pt modelId="{62B5A922-A8A2-490A-A736-1DF15502427E}" type="parTrans" cxnId="{2532DF22-9027-41A6-BC5F-F7B368B3E0B7}">
      <dgm:prSet/>
      <dgm:spPr/>
      <dgm:t>
        <a:bodyPr/>
        <a:lstStyle/>
        <a:p>
          <a:endParaRPr lang="en-US"/>
        </a:p>
      </dgm:t>
    </dgm:pt>
    <dgm:pt modelId="{4F30D270-01AF-4863-9D03-ED6488D43131}" type="sibTrans" cxnId="{2532DF22-9027-41A6-BC5F-F7B368B3E0B7}">
      <dgm:prSet/>
      <dgm:spPr/>
      <dgm:t>
        <a:bodyPr/>
        <a:lstStyle/>
        <a:p>
          <a:endParaRPr lang="en-US"/>
        </a:p>
      </dgm:t>
    </dgm:pt>
    <dgm:pt modelId="{8D1F3AF2-0F9A-4A9D-94E7-97F0EDECF980}">
      <dgm:prSet/>
      <dgm:spPr/>
      <dgm:t>
        <a:bodyPr/>
        <a:lstStyle/>
        <a:p>
          <a:pPr>
            <a:defRPr cap="all"/>
          </a:pPr>
          <a:r>
            <a:rPr lang="en-US" b="1"/>
            <a:t>Basic Idea:</a:t>
          </a:r>
          <a:r>
            <a:rPr lang="en-US"/>
            <a:t> An approach where all process activities are planned, and progress is measured against this explicit, detailed plan.</a:t>
          </a:r>
        </a:p>
      </dgm:t>
    </dgm:pt>
    <dgm:pt modelId="{96B7DF9A-AD03-45B0-AF25-04FB5841C6E8}" type="parTrans" cxnId="{E9C3F3F7-DA11-445B-821D-69A3246D748E}">
      <dgm:prSet/>
      <dgm:spPr/>
      <dgm:t>
        <a:bodyPr/>
        <a:lstStyle/>
        <a:p>
          <a:endParaRPr lang="en-US"/>
        </a:p>
      </dgm:t>
    </dgm:pt>
    <dgm:pt modelId="{B38F52BF-D212-41CC-AA9B-7E93FA4AE536}" type="sibTrans" cxnId="{E9C3F3F7-DA11-445B-821D-69A3246D748E}">
      <dgm:prSet/>
      <dgm:spPr/>
      <dgm:t>
        <a:bodyPr/>
        <a:lstStyle/>
        <a:p>
          <a:endParaRPr lang="en-US"/>
        </a:p>
      </dgm:t>
    </dgm:pt>
    <dgm:pt modelId="{A3BD969C-93AA-4161-958C-C3D31925E751}">
      <dgm:prSet/>
      <dgm:spPr/>
      <dgm:t>
        <a:bodyPr/>
        <a:lstStyle/>
        <a:p>
          <a:pPr>
            <a:defRPr cap="all"/>
          </a:pPr>
          <a:r>
            <a:rPr lang="en-US" b="1"/>
            <a:t>Work Progression:</a:t>
          </a:r>
          <a:r>
            <a:rPr lang="en-US"/>
            <a:t> Extensive upfront planning, detailed architectural design, formal milestone reviews, and strict change-management boards govern progression.</a:t>
          </a:r>
        </a:p>
      </dgm:t>
    </dgm:pt>
    <dgm:pt modelId="{73FD3660-E433-4B3B-AB65-41614A0B0EC4}" type="parTrans" cxnId="{12973D00-B886-4FA1-8BE5-62B7519E91E8}">
      <dgm:prSet/>
      <dgm:spPr/>
      <dgm:t>
        <a:bodyPr/>
        <a:lstStyle/>
        <a:p>
          <a:endParaRPr lang="en-US"/>
        </a:p>
      </dgm:t>
    </dgm:pt>
    <dgm:pt modelId="{AD7381B0-0A8A-4982-9A08-5777B23D4296}" type="sibTrans" cxnId="{12973D00-B886-4FA1-8BE5-62B7519E91E8}">
      <dgm:prSet/>
      <dgm:spPr/>
      <dgm:t>
        <a:bodyPr/>
        <a:lstStyle/>
        <a:p>
          <a:endParaRPr lang="en-US"/>
        </a:p>
      </dgm:t>
    </dgm:pt>
    <dgm:pt modelId="{FA4C7C26-C73E-4615-B03B-5B26C7537FCF}">
      <dgm:prSet/>
      <dgm:spPr/>
      <dgm:t>
        <a:bodyPr/>
        <a:lstStyle/>
        <a:p>
          <a:pPr>
            <a:defRPr cap="all"/>
          </a:pPr>
          <a:r>
            <a:rPr lang="en-US" b="1"/>
            <a:t>Appropriate Projects:</a:t>
          </a:r>
          <a:r>
            <a:rPr lang="en-US"/>
            <a:t> Government contracts, defense systems, and highly regulated industries where compliance, safety, and traceability are mandatory.</a:t>
          </a:r>
        </a:p>
      </dgm:t>
    </dgm:pt>
    <dgm:pt modelId="{4614B54B-4983-4152-828A-79637A6A06BA}" type="parTrans" cxnId="{44897DE2-CF40-474D-A272-0EB911FD37F4}">
      <dgm:prSet/>
      <dgm:spPr/>
      <dgm:t>
        <a:bodyPr/>
        <a:lstStyle/>
        <a:p>
          <a:endParaRPr lang="en-US"/>
        </a:p>
      </dgm:t>
    </dgm:pt>
    <dgm:pt modelId="{9A4742A4-B0CC-4D24-8C5D-8CBD15CECD54}" type="sibTrans" cxnId="{44897DE2-CF40-474D-A272-0EB911FD37F4}">
      <dgm:prSet/>
      <dgm:spPr/>
      <dgm:t>
        <a:bodyPr/>
        <a:lstStyle/>
        <a:p>
          <a:endParaRPr lang="en-US"/>
        </a:p>
      </dgm:t>
    </dgm:pt>
    <dgm:pt modelId="{078C9C37-DB38-478F-8264-BD886AE075AD}" type="pres">
      <dgm:prSet presAssocID="{B1CD8B1F-1A2D-42B1-8695-E32D5B16DD79}" presName="root" presStyleCnt="0">
        <dgm:presLayoutVars>
          <dgm:dir/>
          <dgm:resizeHandles val="exact"/>
        </dgm:presLayoutVars>
      </dgm:prSet>
      <dgm:spPr/>
    </dgm:pt>
    <dgm:pt modelId="{2D23A6DD-439C-425E-B3EB-2641E10561B9}" type="pres">
      <dgm:prSet presAssocID="{7EB1CE63-E69F-4052-BE95-5985C0160E5A}" presName="compNode" presStyleCnt="0"/>
      <dgm:spPr/>
    </dgm:pt>
    <dgm:pt modelId="{8DBCA685-C1E4-4C9A-9B09-4007291A0207}" type="pres">
      <dgm:prSet presAssocID="{7EB1CE63-E69F-4052-BE95-5985C0160E5A}" presName="iconBgRect" presStyleLbl="bgShp" presStyleIdx="0" presStyleCnt="4"/>
      <dgm:spPr/>
    </dgm:pt>
    <dgm:pt modelId="{6C1625F5-092F-4E02-952A-06A4A7FCA05F}" type="pres">
      <dgm:prSet presAssocID="{7EB1CE63-E69F-4052-BE95-5985C0160E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D41D1C8-F55B-4D05-A369-2EFF4529C09C}" type="pres">
      <dgm:prSet presAssocID="{7EB1CE63-E69F-4052-BE95-5985C0160E5A}" presName="spaceRect" presStyleCnt="0"/>
      <dgm:spPr/>
    </dgm:pt>
    <dgm:pt modelId="{578A5373-7BE9-4A49-9057-F24A7E3D67C4}" type="pres">
      <dgm:prSet presAssocID="{7EB1CE63-E69F-4052-BE95-5985C0160E5A}" presName="textRect" presStyleLbl="revTx" presStyleIdx="0" presStyleCnt="4">
        <dgm:presLayoutVars>
          <dgm:chMax val="1"/>
          <dgm:chPref val="1"/>
        </dgm:presLayoutVars>
      </dgm:prSet>
      <dgm:spPr/>
    </dgm:pt>
    <dgm:pt modelId="{289F6CC4-5056-4B17-81BE-BDE3DD2132A9}" type="pres">
      <dgm:prSet presAssocID="{4F30D270-01AF-4863-9D03-ED6488D43131}" presName="sibTrans" presStyleCnt="0"/>
      <dgm:spPr/>
    </dgm:pt>
    <dgm:pt modelId="{09355E7F-FEA9-4009-9852-EF8B350BA87B}" type="pres">
      <dgm:prSet presAssocID="{8D1F3AF2-0F9A-4A9D-94E7-97F0EDECF980}" presName="compNode" presStyleCnt="0"/>
      <dgm:spPr/>
    </dgm:pt>
    <dgm:pt modelId="{FB26BE5B-BB3B-40A2-8168-55F95E3CB563}" type="pres">
      <dgm:prSet presAssocID="{8D1F3AF2-0F9A-4A9D-94E7-97F0EDECF980}" presName="iconBgRect" presStyleLbl="bgShp" presStyleIdx="1" presStyleCnt="4"/>
      <dgm:spPr/>
    </dgm:pt>
    <dgm:pt modelId="{09A40DDC-5EBC-4241-AEA6-1637FF590E13}" type="pres">
      <dgm:prSet presAssocID="{8D1F3AF2-0F9A-4A9D-94E7-97F0EDECF98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9A7877B3-73D0-4D9A-9A4B-75F12AD8CB49}" type="pres">
      <dgm:prSet presAssocID="{8D1F3AF2-0F9A-4A9D-94E7-97F0EDECF980}" presName="spaceRect" presStyleCnt="0"/>
      <dgm:spPr/>
    </dgm:pt>
    <dgm:pt modelId="{0F678856-3DFA-4DF7-92DB-F4C58E2A928B}" type="pres">
      <dgm:prSet presAssocID="{8D1F3AF2-0F9A-4A9D-94E7-97F0EDECF980}" presName="textRect" presStyleLbl="revTx" presStyleIdx="1" presStyleCnt="4">
        <dgm:presLayoutVars>
          <dgm:chMax val="1"/>
          <dgm:chPref val="1"/>
        </dgm:presLayoutVars>
      </dgm:prSet>
      <dgm:spPr/>
    </dgm:pt>
    <dgm:pt modelId="{DAFDF33A-B03B-4C02-981E-91A7AD8CF0C8}" type="pres">
      <dgm:prSet presAssocID="{B38F52BF-D212-41CC-AA9B-7E93FA4AE536}" presName="sibTrans" presStyleCnt="0"/>
      <dgm:spPr/>
    </dgm:pt>
    <dgm:pt modelId="{6DCEBA9D-AAF1-4D35-B311-436B46878E46}" type="pres">
      <dgm:prSet presAssocID="{A3BD969C-93AA-4161-958C-C3D31925E751}" presName="compNode" presStyleCnt="0"/>
      <dgm:spPr/>
    </dgm:pt>
    <dgm:pt modelId="{44C5D6F7-7952-4766-929D-392F1CDE6F74}" type="pres">
      <dgm:prSet presAssocID="{A3BD969C-93AA-4161-958C-C3D31925E751}" presName="iconBgRect" presStyleLbl="bgShp" presStyleIdx="2" presStyleCnt="4"/>
      <dgm:spPr/>
    </dgm:pt>
    <dgm:pt modelId="{06042DBC-E0B0-4FBE-8815-8449F70E3299}" type="pres">
      <dgm:prSet presAssocID="{A3BD969C-93AA-4161-958C-C3D31925E75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CA47CDAF-09EF-45D5-849A-B0228FA96ACE}" type="pres">
      <dgm:prSet presAssocID="{A3BD969C-93AA-4161-958C-C3D31925E751}" presName="spaceRect" presStyleCnt="0"/>
      <dgm:spPr/>
    </dgm:pt>
    <dgm:pt modelId="{689E2EF3-B0DD-4909-840D-EC042EDD919D}" type="pres">
      <dgm:prSet presAssocID="{A3BD969C-93AA-4161-958C-C3D31925E751}" presName="textRect" presStyleLbl="revTx" presStyleIdx="2" presStyleCnt="4">
        <dgm:presLayoutVars>
          <dgm:chMax val="1"/>
          <dgm:chPref val="1"/>
        </dgm:presLayoutVars>
      </dgm:prSet>
      <dgm:spPr/>
    </dgm:pt>
    <dgm:pt modelId="{5FD18905-674C-4620-A975-3CCFCE9F06B3}" type="pres">
      <dgm:prSet presAssocID="{AD7381B0-0A8A-4982-9A08-5777B23D4296}" presName="sibTrans" presStyleCnt="0"/>
      <dgm:spPr/>
    </dgm:pt>
    <dgm:pt modelId="{2FA8C8F2-B545-4EA1-AF63-BDDF4CB94BB6}" type="pres">
      <dgm:prSet presAssocID="{FA4C7C26-C73E-4615-B03B-5B26C7537FCF}" presName="compNode" presStyleCnt="0"/>
      <dgm:spPr/>
    </dgm:pt>
    <dgm:pt modelId="{2E2C9A5E-0757-482D-A009-C495CC552658}" type="pres">
      <dgm:prSet presAssocID="{FA4C7C26-C73E-4615-B03B-5B26C7537FCF}" presName="iconBgRect" presStyleLbl="bgShp" presStyleIdx="3" presStyleCnt="4"/>
      <dgm:spPr/>
    </dgm:pt>
    <dgm:pt modelId="{B5C6C47F-C575-427C-8EE7-36DDCD076032}" type="pres">
      <dgm:prSet presAssocID="{FA4C7C26-C73E-4615-B03B-5B26C7537FC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5F219392-629E-43E2-A8DD-D0502377C9F0}" type="pres">
      <dgm:prSet presAssocID="{FA4C7C26-C73E-4615-B03B-5B26C7537FCF}" presName="spaceRect" presStyleCnt="0"/>
      <dgm:spPr/>
    </dgm:pt>
    <dgm:pt modelId="{B5374FA6-57BD-4475-8841-BC74FD31406F}" type="pres">
      <dgm:prSet presAssocID="{FA4C7C26-C73E-4615-B03B-5B26C7537FC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2973D00-B886-4FA1-8BE5-62B7519E91E8}" srcId="{B1CD8B1F-1A2D-42B1-8695-E32D5B16DD79}" destId="{A3BD969C-93AA-4161-958C-C3D31925E751}" srcOrd="2" destOrd="0" parTransId="{73FD3660-E433-4B3B-AB65-41614A0B0EC4}" sibTransId="{AD7381B0-0A8A-4982-9A08-5777B23D4296}"/>
    <dgm:cxn modelId="{7470EC0A-25BB-4204-A0DE-8A0561D159DD}" type="presOf" srcId="{A3BD969C-93AA-4161-958C-C3D31925E751}" destId="{689E2EF3-B0DD-4909-840D-EC042EDD919D}" srcOrd="0" destOrd="0" presId="urn:microsoft.com/office/officeart/2018/5/layout/IconCircleLabelList"/>
    <dgm:cxn modelId="{2532DF22-9027-41A6-BC5F-F7B368B3E0B7}" srcId="{B1CD8B1F-1A2D-42B1-8695-E32D5B16DD79}" destId="{7EB1CE63-E69F-4052-BE95-5985C0160E5A}" srcOrd="0" destOrd="0" parTransId="{62B5A922-A8A2-490A-A736-1DF15502427E}" sibTransId="{4F30D270-01AF-4863-9D03-ED6488D43131}"/>
    <dgm:cxn modelId="{7ECD1534-C30E-4969-914E-CB6FB654DDEC}" type="presOf" srcId="{FA4C7C26-C73E-4615-B03B-5B26C7537FCF}" destId="{B5374FA6-57BD-4475-8841-BC74FD31406F}" srcOrd="0" destOrd="0" presId="urn:microsoft.com/office/officeart/2018/5/layout/IconCircleLabelList"/>
    <dgm:cxn modelId="{06E51CE0-505B-434C-AC7C-5838C656ED8C}" type="presOf" srcId="{B1CD8B1F-1A2D-42B1-8695-E32D5B16DD79}" destId="{078C9C37-DB38-478F-8264-BD886AE075AD}" srcOrd="0" destOrd="0" presId="urn:microsoft.com/office/officeart/2018/5/layout/IconCircleLabelList"/>
    <dgm:cxn modelId="{44897DE2-CF40-474D-A272-0EB911FD37F4}" srcId="{B1CD8B1F-1A2D-42B1-8695-E32D5B16DD79}" destId="{FA4C7C26-C73E-4615-B03B-5B26C7537FCF}" srcOrd="3" destOrd="0" parTransId="{4614B54B-4983-4152-828A-79637A6A06BA}" sibTransId="{9A4742A4-B0CC-4D24-8C5D-8CBD15CECD54}"/>
    <dgm:cxn modelId="{D8314CF2-D332-42DE-BE3F-7FC1D16A230A}" type="presOf" srcId="{7EB1CE63-E69F-4052-BE95-5985C0160E5A}" destId="{578A5373-7BE9-4A49-9057-F24A7E3D67C4}" srcOrd="0" destOrd="0" presId="urn:microsoft.com/office/officeart/2018/5/layout/IconCircleLabelList"/>
    <dgm:cxn modelId="{E9C3F3F7-DA11-445B-821D-69A3246D748E}" srcId="{B1CD8B1F-1A2D-42B1-8695-E32D5B16DD79}" destId="{8D1F3AF2-0F9A-4A9D-94E7-97F0EDECF980}" srcOrd="1" destOrd="0" parTransId="{96B7DF9A-AD03-45B0-AF25-04FB5841C6E8}" sibTransId="{B38F52BF-D212-41CC-AA9B-7E93FA4AE536}"/>
    <dgm:cxn modelId="{957B9CF9-321A-45C1-A108-A10701F4191E}" type="presOf" srcId="{8D1F3AF2-0F9A-4A9D-94E7-97F0EDECF980}" destId="{0F678856-3DFA-4DF7-92DB-F4C58E2A928B}" srcOrd="0" destOrd="0" presId="urn:microsoft.com/office/officeart/2018/5/layout/IconCircleLabelList"/>
    <dgm:cxn modelId="{E04F5264-448A-45F2-A4A9-B9CF8B9471DC}" type="presParOf" srcId="{078C9C37-DB38-478F-8264-BD886AE075AD}" destId="{2D23A6DD-439C-425E-B3EB-2641E10561B9}" srcOrd="0" destOrd="0" presId="urn:microsoft.com/office/officeart/2018/5/layout/IconCircleLabelList"/>
    <dgm:cxn modelId="{57EA2116-FC86-45EA-B2EE-91EC2C6E419F}" type="presParOf" srcId="{2D23A6DD-439C-425E-B3EB-2641E10561B9}" destId="{8DBCA685-C1E4-4C9A-9B09-4007291A0207}" srcOrd="0" destOrd="0" presId="urn:microsoft.com/office/officeart/2018/5/layout/IconCircleLabelList"/>
    <dgm:cxn modelId="{005608A4-B60D-4117-8F79-7E293F52759C}" type="presParOf" srcId="{2D23A6DD-439C-425E-B3EB-2641E10561B9}" destId="{6C1625F5-092F-4E02-952A-06A4A7FCA05F}" srcOrd="1" destOrd="0" presId="urn:microsoft.com/office/officeart/2018/5/layout/IconCircleLabelList"/>
    <dgm:cxn modelId="{AD075F5A-9827-4EFB-9638-2A9678138314}" type="presParOf" srcId="{2D23A6DD-439C-425E-B3EB-2641E10561B9}" destId="{CD41D1C8-F55B-4D05-A369-2EFF4529C09C}" srcOrd="2" destOrd="0" presId="urn:microsoft.com/office/officeart/2018/5/layout/IconCircleLabelList"/>
    <dgm:cxn modelId="{09E5F6DD-7272-4BFE-B823-D40126900F20}" type="presParOf" srcId="{2D23A6DD-439C-425E-B3EB-2641E10561B9}" destId="{578A5373-7BE9-4A49-9057-F24A7E3D67C4}" srcOrd="3" destOrd="0" presId="urn:microsoft.com/office/officeart/2018/5/layout/IconCircleLabelList"/>
    <dgm:cxn modelId="{A9F8B57C-7B87-4A6E-AF30-9C76233B961A}" type="presParOf" srcId="{078C9C37-DB38-478F-8264-BD886AE075AD}" destId="{289F6CC4-5056-4B17-81BE-BDE3DD2132A9}" srcOrd="1" destOrd="0" presId="urn:microsoft.com/office/officeart/2018/5/layout/IconCircleLabelList"/>
    <dgm:cxn modelId="{6FB688F0-48FF-41DB-8047-C061DE9437D0}" type="presParOf" srcId="{078C9C37-DB38-478F-8264-BD886AE075AD}" destId="{09355E7F-FEA9-4009-9852-EF8B350BA87B}" srcOrd="2" destOrd="0" presId="urn:microsoft.com/office/officeart/2018/5/layout/IconCircleLabelList"/>
    <dgm:cxn modelId="{3DEAD2C8-1F82-478C-9D15-A9B20AC008A1}" type="presParOf" srcId="{09355E7F-FEA9-4009-9852-EF8B350BA87B}" destId="{FB26BE5B-BB3B-40A2-8168-55F95E3CB563}" srcOrd="0" destOrd="0" presId="urn:microsoft.com/office/officeart/2018/5/layout/IconCircleLabelList"/>
    <dgm:cxn modelId="{3E9ADFE1-3837-409A-830F-A63919DBD13E}" type="presParOf" srcId="{09355E7F-FEA9-4009-9852-EF8B350BA87B}" destId="{09A40DDC-5EBC-4241-AEA6-1637FF590E13}" srcOrd="1" destOrd="0" presId="urn:microsoft.com/office/officeart/2018/5/layout/IconCircleLabelList"/>
    <dgm:cxn modelId="{4DEDC99F-F791-43B2-9547-BEC8A3DC15CC}" type="presParOf" srcId="{09355E7F-FEA9-4009-9852-EF8B350BA87B}" destId="{9A7877B3-73D0-4D9A-9A4B-75F12AD8CB49}" srcOrd="2" destOrd="0" presId="urn:microsoft.com/office/officeart/2018/5/layout/IconCircleLabelList"/>
    <dgm:cxn modelId="{C8DE8023-11CB-4FC6-8C15-59A5163A7071}" type="presParOf" srcId="{09355E7F-FEA9-4009-9852-EF8B350BA87B}" destId="{0F678856-3DFA-4DF7-92DB-F4C58E2A928B}" srcOrd="3" destOrd="0" presId="urn:microsoft.com/office/officeart/2018/5/layout/IconCircleLabelList"/>
    <dgm:cxn modelId="{9C68BB9A-8C51-4439-BC7F-C0A44192D307}" type="presParOf" srcId="{078C9C37-DB38-478F-8264-BD886AE075AD}" destId="{DAFDF33A-B03B-4C02-981E-91A7AD8CF0C8}" srcOrd="3" destOrd="0" presId="urn:microsoft.com/office/officeart/2018/5/layout/IconCircleLabelList"/>
    <dgm:cxn modelId="{E75BFDBB-BAE5-497A-8229-49B709927674}" type="presParOf" srcId="{078C9C37-DB38-478F-8264-BD886AE075AD}" destId="{6DCEBA9D-AAF1-4D35-B311-436B46878E46}" srcOrd="4" destOrd="0" presId="urn:microsoft.com/office/officeart/2018/5/layout/IconCircleLabelList"/>
    <dgm:cxn modelId="{F8DF18DD-299F-4987-AA40-920CF528DC87}" type="presParOf" srcId="{6DCEBA9D-AAF1-4D35-B311-436B46878E46}" destId="{44C5D6F7-7952-4766-929D-392F1CDE6F74}" srcOrd="0" destOrd="0" presId="urn:microsoft.com/office/officeart/2018/5/layout/IconCircleLabelList"/>
    <dgm:cxn modelId="{805FDC66-8CAC-4FF6-8F7B-FAE9A614C9ED}" type="presParOf" srcId="{6DCEBA9D-AAF1-4D35-B311-436B46878E46}" destId="{06042DBC-E0B0-4FBE-8815-8449F70E3299}" srcOrd="1" destOrd="0" presId="urn:microsoft.com/office/officeart/2018/5/layout/IconCircleLabelList"/>
    <dgm:cxn modelId="{3B523907-975F-462B-9BC6-E772EA58B8F7}" type="presParOf" srcId="{6DCEBA9D-AAF1-4D35-B311-436B46878E46}" destId="{CA47CDAF-09EF-45D5-849A-B0228FA96ACE}" srcOrd="2" destOrd="0" presId="urn:microsoft.com/office/officeart/2018/5/layout/IconCircleLabelList"/>
    <dgm:cxn modelId="{7A07A651-E503-4BAF-83AC-30871D354FA6}" type="presParOf" srcId="{6DCEBA9D-AAF1-4D35-B311-436B46878E46}" destId="{689E2EF3-B0DD-4909-840D-EC042EDD919D}" srcOrd="3" destOrd="0" presId="urn:microsoft.com/office/officeart/2018/5/layout/IconCircleLabelList"/>
    <dgm:cxn modelId="{3305F6EC-FF5B-4A30-9A89-4DD4B5B99E66}" type="presParOf" srcId="{078C9C37-DB38-478F-8264-BD886AE075AD}" destId="{5FD18905-674C-4620-A975-3CCFCE9F06B3}" srcOrd="5" destOrd="0" presId="urn:microsoft.com/office/officeart/2018/5/layout/IconCircleLabelList"/>
    <dgm:cxn modelId="{9C8C25AD-20A0-411C-9CD4-FD0455B05B33}" type="presParOf" srcId="{078C9C37-DB38-478F-8264-BD886AE075AD}" destId="{2FA8C8F2-B545-4EA1-AF63-BDDF4CB94BB6}" srcOrd="6" destOrd="0" presId="urn:microsoft.com/office/officeart/2018/5/layout/IconCircleLabelList"/>
    <dgm:cxn modelId="{46EF0573-32B1-4988-B40D-0E89B6717D5C}" type="presParOf" srcId="{2FA8C8F2-B545-4EA1-AF63-BDDF4CB94BB6}" destId="{2E2C9A5E-0757-482D-A009-C495CC552658}" srcOrd="0" destOrd="0" presId="urn:microsoft.com/office/officeart/2018/5/layout/IconCircleLabelList"/>
    <dgm:cxn modelId="{714BB033-33EF-4FB3-82C6-583D39317B2E}" type="presParOf" srcId="{2FA8C8F2-B545-4EA1-AF63-BDDF4CB94BB6}" destId="{B5C6C47F-C575-427C-8EE7-36DDCD076032}" srcOrd="1" destOrd="0" presId="urn:microsoft.com/office/officeart/2018/5/layout/IconCircleLabelList"/>
    <dgm:cxn modelId="{0195B7EE-B9A4-4A55-8CAF-5374E33DD81C}" type="presParOf" srcId="{2FA8C8F2-B545-4EA1-AF63-BDDF4CB94BB6}" destId="{5F219392-629E-43E2-A8DD-D0502377C9F0}" srcOrd="2" destOrd="0" presId="urn:microsoft.com/office/officeart/2018/5/layout/IconCircleLabelList"/>
    <dgm:cxn modelId="{355DB475-CEE7-4464-A5CB-22EBCF3F7915}" type="presParOf" srcId="{2FA8C8F2-B545-4EA1-AF63-BDDF4CB94BB6}" destId="{B5374FA6-57BD-4475-8841-BC74FD31406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CA11F4-BFAF-43D5-938E-CAAEBB866FC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58D1689-4209-4512-8736-75D95B37416F}">
      <dgm:prSet/>
      <dgm:spPr/>
      <dgm:t>
        <a:bodyPr/>
        <a:lstStyle/>
        <a:p>
          <a:pPr>
            <a:defRPr cap="all"/>
          </a:pPr>
          <a:r>
            <a:rPr lang="en-US" b="1"/>
            <a:t>4. Plan-Driven Development</a:t>
          </a:r>
          <a:endParaRPr lang="en-US"/>
        </a:p>
      </dgm:t>
    </dgm:pt>
    <dgm:pt modelId="{B6BB4C79-5D4D-4B7A-AAED-030750C28177}" type="parTrans" cxnId="{7EB9A540-BD06-4470-8EA7-170EDAEC8176}">
      <dgm:prSet/>
      <dgm:spPr/>
      <dgm:t>
        <a:bodyPr/>
        <a:lstStyle/>
        <a:p>
          <a:endParaRPr lang="en-US"/>
        </a:p>
      </dgm:t>
    </dgm:pt>
    <dgm:pt modelId="{0E33807A-F1DA-4316-9239-39871C001A71}" type="sibTrans" cxnId="{7EB9A540-BD06-4470-8EA7-170EDAEC8176}">
      <dgm:prSet/>
      <dgm:spPr/>
      <dgm:t>
        <a:bodyPr/>
        <a:lstStyle/>
        <a:p>
          <a:endParaRPr lang="en-US"/>
        </a:p>
      </dgm:t>
    </dgm:pt>
    <dgm:pt modelId="{C7D5A49E-F8DE-44AB-B777-DE91405B07FC}">
      <dgm:prSet/>
      <dgm:spPr/>
      <dgm:t>
        <a:bodyPr/>
        <a:lstStyle/>
        <a:p>
          <a:pPr>
            <a:defRPr cap="all"/>
          </a:pPr>
          <a:r>
            <a:rPr lang="en-US" b="1"/>
            <a:t>Basic Idea:</a:t>
          </a:r>
          <a:r>
            <a:rPr lang="en-US"/>
            <a:t> An approach where all process activities are planned, and progress is measured against this explicit, detailed plan.</a:t>
          </a:r>
        </a:p>
      </dgm:t>
    </dgm:pt>
    <dgm:pt modelId="{6D0F0C54-83E3-4648-9651-BC5C68DF4B0A}" type="parTrans" cxnId="{126558D2-0100-47C9-AC87-695390E1983E}">
      <dgm:prSet/>
      <dgm:spPr/>
      <dgm:t>
        <a:bodyPr/>
        <a:lstStyle/>
        <a:p>
          <a:endParaRPr lang="en-US"/>
        </a:p>
      </dgm:t>
    </dgm:pt>
    <dgm:pt modelId="{D9B93986-E66A-4A10-9989-F13F052C4FF0}" type="sibTrans" cxnId="{126558D2-0100-47C9-AC87-695390E1983E}">
      <dgm:prSet/>
      <dgm:spPr/>
      <dgm:t>
        <a:bodyPr/>
        <a:lstStyle/>
        <a:p>
          <a:endParaRPr lang="en-US"/>
        </a:p>
      </dgm:t>
    </dgm:pt>
    <dgm:pt modelId="{520A1FEC-3BCD-4B41-8E27-222B11220733}">
      <dgm:prSet/>
      <dgm:spPr/>
      <dgm:t>
        <a:bodyPr/>
        <a:lstStyle/>
        <a:p>
          <a:pPr>
            <a:defRPr cap="all"/>
          </a:pPr>
          <a:r>
            <a:rPr lang="en-US" b="1"/>
            <a:t>Work Progression:</a:t>
          </a:r>
          <a:r>
            <a:rPr lang="en-US"/>
            <a:t> Extensive upfront planning, detailed architectural design, formal milestone reviews, and strict change-management boards govern progression.</a:t>
          </a:r>
        </a:p>
      </dgm:t>
    </dgm:pt>
    <dgm:pt modelId="{DF58300E-E5FC-4602-BEAE-E589672FB968}" type="parTrans" cxnId="{3AAC5E8C-78A6-4383-BE52-F5B9157CCCA8}">
      <dgm:prSet/>
      <dgm:spPr/>
      <dgm:t>
        <a:bodyPr/>
        <a:lstStyle/>
        <a:p>
          <a:endParaRPr lang="en-US"/>
        </a:p>
      </dgm:t>
    </dgm:pt>
    <dgm:pt modelId="{30B72D8F-6185-4C30-939F-506B09DEA00F}" type="sibTrans" cxnId="{3AAC5E8C-78A6-4383-BE52-F5B9157CCCA8}">
      <dgm:prSet/>
      <dgm:spPr/>
      <dgm:t>
        <a:bodyPr/>
        <a:lstStyle/>
        <a:p>
          <a:endParaRPr lang="en-US"/>
        </a:p>
      </dgm:t>
    </dgm:pt>
    <dgm:pt modelId="{6EE9AB73-5D1D-454D-A794-020896F841D8}">
      <dgm:prSet/>
      <dgm:spPr/>
      <dgm:t>
        <a:bodyPr/>
        <a:lstStyle/>
        <a:p>
          <a:pPr>
            <a:defRPr cap="all"/>
          </a:pPr>
          <a:r>
            <a:rPr lang="en-US" b="1"/>
            <a:t>Appropriate Projects:</a:t>
          </a:r>
          <a:r>
            <a:rPr lang="en-US"/>
            <a:t> Government contracts, defense systems, and highly regulated industries where compliance, safety, and traceability are mandatory.</a:t>
          </a:r>
        </a:p>
      </dgm:t>
    </dgm:pt>
    <dgm:pt modelId="{7DC719D2-512B-499E-87B3-766C06BE55E0}" type="parTrans" cxnId="{3251484B-A062-49E3-9869-C801DC6E8BBF}">
      <dgm:prSet/>
      <dgm:spPr/>
      <dgm:t>
        <a:bodyPr/>
        <a:lstStyle/>
        <a:p>
          <a:endParaRPr lang="en-US"/>
        </a:p>
      </dgm:t>
    </dgm:pt>
    <dgm:pt modelId="{8FF54459-5C56-4DB3-8BEB-96CAA5A2D5A4}" type="sibTrans" cxnId="{3251484B-A062-49E3-9869-C801DC6E8BBF}">
      <dgm:prSet/>
      <dgm:spPr/>
      <dgm:t>
        <a:bodyPr/>
        <a:lstStyle/>
        <a:p>
          <a:endParaRPr lang="en-US"/>
        </a:p>
      </dgm:t>
    </dgm:pt>
    <dgm:pt modelId="{30EAE35C-6A27-46F2-A982-02D4D561FDF3}" type="pres">
      <dgm:prSet presAssocID="{57CA11F4-BFAF-43D5-938E-CAAEBB866FC7}" presName="root" presStyleCnt="0">
        <dgm:presLayoutVars>
          <dgm:dir/>
          <dgm:resizeHandles val="exact"/>
        </dgm:presLayoutVars>
      </dgm:prSet>
      <dgm:spPr/>
    </dgm:pt>
    <dgm:pt modelId="{538879BB-4401-48D9-980A-52A817289BD5}" type="pres">
      <dgm:prSet presAssocID="{258D1689-4209-4512-8736-75D95B37416F}" presName="compNode" presStyleCnt="0"/>
      <dgm:spPr/>
    </dgm:pt>
    <dgm:pt modelId="{B31494A4-38AC-46A1-ADED-71CC798F768A}" type="pres">
      <dgm:prSet presAssocID="{258D1689-4209-4512-8736-75D95B37416F}" presName="iconBgRect" presStyleLbl="bgShp" presStyleIdx="0" presStyleCnt="4"/>
      <dgm:spPr/>
    </dgm:pt>
    <dgm:pt modelId="{48B9612E-4719-4947-906A-D4B555789C61}" type="pres">
      <dgm:prSet presAssocID="{258D1689-4209-4512-8736-75D95B37416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02D1725-10AA-4211-BFF0-613DD0EC298D}" type="pres">
      <dgm:prSet presAssocID="{258D1689-4209-4512-8736-75D95B37416F}" presName="spaceRect" presStyleCnt="0"/>
      <dgm:spPr/>
    </dgm:pt>
    <dgm:pt modelId="{F264ABF7-2515-41F9-9BF1-93BE26CA8691}" type="pres">
      <dgm:prSet presAssocID="{258D1689-4209-4512-8736-75D95B37416F}" presName="textRect" presStyleLbl="revTx" presStyleIdx="0" presStyleCnt="4">
        <dgm:presLayoutVars>
          <dgm:chMax val="1"/>
          <dgm:chPref val="1"/>
        </dgm:presLayoutVars>
      </dgm:prSet>
      <dgm:spPr/>
    </dgm:pt>
    <dgm:pt modelId="{091BABBC-7CD0-4401-A3D7-47D196C2DE6C}" type="pres">
      <dgm:prSet presAssocID="{0E33807A-F1DA-4316-9239-39871C001A71}" presName="sibTrans" presStyleCnt="0"/>
      <dgm:spPr/>
    </dgm:pt>
    <dgm:pt modelId="{582BAE06-DC35-418D-9093-7C340013F0F7}" type="pres">
      <dgm:prSet presAssocID="{C7D5A49E-F8DE-44AB-B777-DE91405B07FC}" presName="compNode" presStyleCnt="0"/>
      <dgm:spPr/>
    </dgm:pt>
    <dgm:pt modelId="{BBC4EACA-1F64-4CE0-BADC-8A312ACC323A}" type="pres">
      <dgm:prSet presAssocID="{C7D5A49E-F8DE-44AB-B777-DE91405B07FC}" presName="iconBgRect" presStyleLbl="bgShp" presStyleIdx="1" presStyleCnt="4"/>
      <dgm:spPr/>
    </dgm:pt>
    <dgm:pt modelId="{58B2638F-D3BC-44A5-AFB6-F5D5CF3B6B12}" type="pres">
      <dgm:prSet presAssocID="{C7D5A49E-F8DE-44AB-B777-DE91405B07F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CBAB494A-E1BF-445A-B9F1-439D98A74502}" type="pres">
      <dgm:prSet presAssocID="{C7D5A49E-F8DE-44AB-B777-DE91405B07FC}" presName="spaceRect" presStyleCnt="0"/>
      <dgm:spPr/>
    </dgm:pt>
    <dgm:pt modelId="{C4F77EB5-B61F-4944-982C-9AC9FE14CE88}" type="pres">
      <dgm:prSet presAssocID="{C7D5A49E-F8DE-44AB-B777-DE91405B07FC}" presName="textRect" presStyleLbl="revTx" presStyleIdx="1" presStyleCnt="4">
        <dgm:presLayoutVars>
          <dgm:chMax val="1"/>
          <dgm:chPref val="1"/>
        </dgm:presLayoutVars>
      </dgm:prSet>
      <dgm:spPr/>
    </dgm:pt>
    <dgm:pt modelId="{E05BB800-D15C-431C-99A1-525A9C1ED4DA}" type="pres">
      <dgm:prSet presAssocID="{D9B93986-E66A-4A10-9989-F13F052C4FF0}" presName="sibTrans" presStyleCnt="0"/>
      <dgm:spPr/>
    </dgm:pt>
    <dgm:pt modelId="{055D9878-A724-4667-A77F-C70DC7F907C7}" type="pres">
      <dgm:prSet presAssocID="{520A1FEC-3BCD-4B41-8E27-222B11220733}" presName="compNode" presStyleCnt="0"/>
      <dgm:spPr/>
    </dgm:pt>
    <dgm:pt modelId="{5B9B61A9-AECC-4B7E-A699-F7F50BC97BB8}" type="pres">
      <dgm:prSet presAssocID="{520A1FEC-3BCD-4B41-8E27-222B11220733}" presName="iconBgRect" presStyleLbl="bgShp" presStyleIdx="2" presStyleCnt="4"/>
      <dgm:spPr/>
    </dgm:pt>
    <dgm:pt modelId="{D96A15B0-8E0C-477A-BF67-18896AB40FB9}" type="pres">
      <dgm:prSet presAssocID="{520A1FEC-3BCD-4B41-8E27-222B1122073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B6F82DFF-6DCE-4B7B-A5F4-F1CCCB907511}" type="pres">
      <dgm:prSet presAssocID="{520A1FEC-3BCD-4B41-8E27-222B11220733}" presName="spaceRect" presStyleCnt="0"/>
      <dgm:spPr/>
    </dgm:pt>
    <dgm:pt modelId="{48637486-A562-441F-9BFE-C644CEACCA89}" type="pres">
      <dgm:prSet presAssocID="{520A1FEC-3BCD-4B41-8E27-222B11220733}" presName="textRect" presStyleLbl="revTx" presStyleIdx="2" presStyleCnt="4">
        <dgm:presLayoutVars>
          <dgm:chMax val="1"/>
          <dgm:chPref val="1"/>
        </dgm:presLayoutVars>
      </dgm:prSet>
      <dgm:spPr/>
    </dgm:pt>
    <dgm:pt modelId="{BDF843FC-E5F3-4B2A-B77C-984F1AC3D253}" type="pres">
      <dgm:prSet presAssocID="{30B72D8F-6185-4C30-939F-506B09DEA00F}" presName="sibTrans" presStyleCnt="0"/>
      <dgm:spPr/>
    </dgm:pt>
    <dgm:pt modelId="{19E94B1D-1982-4A65-8557-C009E3C29F0E}" type="pres">
      <dgm:prSet presAssocID="{6EE9AB73-5D1D-454D-A794-020896F841D8}" presName="compNode" presStyleCnt="0"/>
      <dgm:spPr/>
    </dgm:pt>
    <dgm:pt modelId="{CFD2F42A-7D4F-4387-92FA-0CAC99388BBA}" type="pres">
      <dgm:prSet presAssocID="{6EE9AB73-5D1D-454D-A794-020896F841D8}" presName="iconBgRect" presStyleLbl="bgShp" presStyleIdx="3" presStyleCnt="4"/>
      <dgm:spPr/>
    </dgm:pt>
    <dgm:pt modelId="{52543B9C-8842-4FBB-8F1C-8D4880C810B4}" type="pres">
      <dgm:prSet presAssocID="{6EE9AB73-5D1D-454D-A794-020896F841D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4B61B9C1-3D08-4F23-9AC7-CEB0781A4C85}" type="pres">
      <dgm:prSet presAssocID="{6EE9AB73-5D1D-454D-A794-020896F841D8}" presName="spaceRect" presStyleCnt="0"/>
      <dgm:spPr/>
    </dgm:pt>
    <dgm:pt modelId="{266B7BF0-F32A-41E2-AB74-AB96F873CE08}" type="pres">
      <dgm:prSet presAssocID="{6EE9AB73-5D1D-454D-A794-020896F841D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E02BB2E-49E7-41FB-87EA-B6FEBA20CD3C}" type="presOf" srcId="{C7D5A49E-F8DE-44AB-B777-DE91405B07FC}" destId="{C4F77EB5-B61F-4944-982C-9AC9FE14CE88}" srcOrd="0" destOrd="0" presId="urn:microsoft.com/office/officeart/2018/5/layout/IconCircleLabelList"/>
    <dgm:cxn modelId="{7EB9A540-BD06-4470-8EA7-170EDAEC8176}" srcId="{57CA11F4-BFAF-43D5-938E-CAAEBB866FC7}" destId="{258D1689-4209-4512-8736-75D95B37416F}" srcOrd="0" destOrd="0" parTransId="{B6BB4C79-5D4D-4B7A-AAED-030750C28177}" sibTransId="{0E33807A-F1DA-4316-9239-39871C001A71}"/>
    <dgm:cxn modelId="{F8DB0746-09C2-4B68-9B86-61813C167AC3}" type="presOf" srcId="{520A1FEC-3BCD-4B41-8E27-222B11220733}" destId="{48637486-A562-441F-9BFE-C644CEACCA89}" srcOrd="0" destOrd="0" presId="urn:microsoft.com/office/officeart/2018/5/layout/IconCircleLabelList"/>
    <dgm:cxn modelId="{3251484B-A062-49E3-9869-C801DC6E8BBF}" srcId="{57CA11F4-BFAF-43D5-938E-CAAEBB866FC7}" destId="{6EE9AB73-5D1D-454D-A794-020896F841D8}" srcOrd="3" destOrd="0" parTransId="{7DC719D2-512B-499E-87B3-766C06BE55E0}" sibTransId="{8FF54459-5C56-4DB3-8BEB-96CAA5A2D5A4}"/>
    <dgm:cxn modelId="{3001A14F-77C4-4CB4-ABBB-BE3B22F789B1}" type="presOf" srcId="{57CA11F4-BFAF-43D5-938E-CAAEBB866FC7}" destId="{30EAE35C-6A27-46F2-A982-02D4D561FDF3}" srcOrd="0" destOrd="0" presId="urn:microsoft.com/office/officeart/2018/5/layout/IconCircleLabelList"/>
    <dgm:cxn modelId="{FE8CE053-8029-41DF-9C40-FD9AD5E37542}" type="presOf" srcId="{6EE9AB73-5D1D-454D-A794-020896F841D8}" destId="{266B7BF0-F32A-41E2-AB74-AB96F873CE08}" srcOrd="0" destOrd="0" presId="urn:microsoft.com/office/officeart/2018/5/layout/IconCircleLabelList"/>
    <dgm:cxn modelId="{3AAC5E8C-78A6-4383-BE52-F5B9157CCCA8}" srcId="{57CA11F4-BFAF-43D5-938E-CAAEBB866FC7}" destId="{520A1FEC-3BCD-4B41-8E27-222B11220733}" srcOrd="2" destOrd="0" parTransId="{DF58300E-E5FC-4602-BEAE-E589672FB968}" sibTransId="{30B72D8F-6185-4C30-939F-506B09DEA00F}"/>
    <dgm:cxn modelId="{126558D2-0100-47C9-AC87-695390E1983E}" srcId="{57CA11F4-BFAF-43D5-938E-CAAEBB866FC7}" destId="{C7D5A49E-F8DE-44AB-B777-DE91405B07FC}" srcOrd="1" destOrd="0" parTransId="{6D0F0C54-83E3-4648-9651-BC5C68DF4B0A}" sibTransId="{D9B93986-E66A-4A10-9989-F13F052C4FF0}"/>
    <dgm:cxn modelId="{C3A8FEFB-55CF-4688-B0F6-F7132C71DDE3}" type="presOf" srcId="{258D1689-4209-4512-8736-75D95B37416F}" destId="{F264ABF7-2515-41F9-9BF1-93BE26CA8691}" srcOrd="0" destOrd="0" presId="urn:microsoft.com/office/officeart/2018/5/layout/IconCircleLabelList"/>
    <dgm:cxn modelId="{32DBAA84-676D-4E6F-9F51-7949794576BD}" type="presParOf" srcId="{30EAE35C-6A27-46F2-A982-02D4D561FDF3}" destId="{538879BB-4401-48D9-980A-52A817289BD5}" srcOrd="0" destOrd="0" presId="urn:microsoft.com/office/officeart/2018/5/layout/IconCircleLabelList"/>
    <dgm:cxn modelId="{1D50CF73-DF1D-42DC-B315-72FA0623A157}" type="presParOf" srcId="{538879BB-4401-48D9-980A-52A817289BD5}" destId="{B31494A4-38AC-46A1-ADED-71CC798F768A}" srcOrd="0" destOrd="0" presId="urn:microsoft.com/office/officeart/2018/5/layout/IconCircleLabelList"/>
    <dgm:cxn modelId="{6B842B8D-7D20-4B26-9A81-70FDFDCF2841}" type="presParOf" srcId="{538879BB-4401-48D9-980A-52A817289BD5}" destId="{48B9612E-4719-4947-906A-D4B555789C61}" srcOrd="1" destOrd="0" presId="urn:microsoft.com/office/officeart/2018/5/layout/IconCircleLabelList"/>
    <dgm:cxn modelId="{DA3856CE-02AC-4439-92B1-D8FB47A894F7}" type="presParOf" srcId="{538879BB-4401-48D9-980A-52A817289BD5}" destId="{002D1725-10AA-4211-BFF0-613DD0EC298D}" srcOrd="2" destOrd="0" presId="urn:microsoft.com/office/officeart/2018/5/layout/IconCircleLabelList"/>
    <dgm:cxn modelId="{C80EDBC6-FDEE-44A0-B5C9-4E78899B0981}" type="presParOf" srcId="{538879BB-4401-48D9-980A-52A817289BD5}" destId="{F264ABF7-2515-41F9-9BF1-93BE26CA8691}" srcOrd="3" destOrd="0" presId="urn:microsoft.com/office/officeart/2018/5/layout/IconCircleLabelList"/>
    <dgm:cxn modelId="{809FE4A2-81CE-4668-B0AA-5F8640FAA017}" type="presParOf" srcId="{30EAE35C-6A27-46F2-A982-02D4D561FDF3}" destId="{091BABBC-7CD0-4401-A3D7-47D196C2DE6C}" srcOrd="1" destOrd="0" presId="urn:microsoft.com/office/officeart/2018/5/layout/IconCircleLabelList"/>
    <dgm:cxn modelId="{4CAF463E-3F3E-449A-B6AC-5B93C31FED5E}" type="presParOf" srcId="{30EAE35C-6A27-46F2-A982-02D4D561FDF3}" destId="{582BAE06-DC35-418D-9093-7C340013F0F7}" srcOrd="2" destOrd="0" presId="urn:microsoft.com/office/officeart/2018/5/layout/IconCircleLabelList"/>
    <dgm:cxn modelId="{C3F50C55-A662-4069-904A-B18CA40507F2}" type="presParOf" srcId="{582BAE06-DC35-418D-9093-7C340013F0F7}" destId="{BBC4EACA-1F64-4CE0-BADC-8A312ACC323A}" srcOrd="0" destOrd="0" presId="urn:microsoft.com/office/officeart/2018/5/layout/IconCircleLabelList"/>
    <dgm:cxn modelId="{11B4F316-33BD-4ED2-9B95-BA825C5095C2}" type="presParOf" srcId="{582BAE06-DC35-418D-9093-7C340013F0F7}" destId="{58B2638F-D3BC-44A5-AFB6-F5D5CF3B6B12}" srcOrd="1" destOrd="0" presId="urn:microsoft.com/office/officeart/2018/5/layout/IconCircleLabelList"/>
    <dgm:cxn modelId="{49BB5539-D155-4B6A-9695-C5F14BCF8C98}" type="presParOf" srcId="{582BAE06-DC35-418D-9093-7C340013F0F7}" destId="{CBAB494A-E1BF-445A-B9F1-439D98A74502}" srcOrd="2" destOrd="0" presId="urn:microsoft.com/office/officeart/2018/5/layout/IconCircleLabelList"/>
    <dgm:cxn modelId="{2B18A10C-4028-4CC0-ACE4-E0FB231CD5BA}" type="presParOf" srcId="{582BAE06-DC35-418D-9093-7C340013F0F7}" destId="{C4F77EB5-B61F-4944-982C-9AC9FE14CE88}" srcOrd="3" destOrd="0" presId="urn:microsoft.com/office/officeart/2018/5/layout/IconCircleLabelList"/>
    <dgm:cxn modelId="{E850896F-9101-45CF-9889-EBB4F96D5992}" type="presParOf" srcId="{30EAE35C-6A27-46F2-A982-02D4D561FDF3}" destId="{E05BB800-D15C-431C-99A1-525A9C1ED4DA}" srcOrd="3" destOrd="0" presId="urn:microsoft.com/office/officeart/2018/5/layout/IconCircleLabelList"/>
    <dgm:cxn modelId="{51A41744-78A4-4018-A22C-99AEB32CD94A}" type="presParOf" srcId="{30EAE35C-6A27-46F2-A982-02D4D561FDF3}" destId="{055D9878-A724-4667-A77F-C70DC7F907C7}" srcOrd="4" destOrd="0" presId="urn:microsoft.com/office/officeart/2018/5/layout/IconCircleLabelList"/>
    <dgm:cxn modelId="{B6BD4205-82E6-4116-B958-DA5E4D9958A8}" type="presParOf" srcId="{055D9878-A724-4667-A77F-C70DC7F907C7}" destId="{5B9B61A9-AECC-4B7E-A699-F7F50BC97BB8}" srcOrd="0" destOrd="0" presId="urn:microsoft.com/office/officeart/2018/5/layout/IconCircleLabelList"/>
    <dgm:cxn modelId="{A13CE7C8-BDA7-420C-B35D-C169249E16CB}" type="presParOf" srcId="{055D9878-A724-4667-A77F-C70DC7F907C7}" destId="{D96A15B0-8E0C-477A-BF67-18896AB40FB9}" srcOrd="1" destOrd="0" presId="urn:microsoft.com/office/officeart/2018/5/layout/IconCircleLabelList"/>
    <dgm:cxn modelId="{0A5FD350-CE41-41BD-9D31-785EEB0FF016}" type="presParOf" srcId="{055D9878-A724-4667-A77F-C70DC7F907C7}" destId="{B6F82DFF-6DCE-4B7B-A5F4-F1CCCB907511}" srcOrd="2" destOrd="0" presId="urn:microsoft.com/office/officeart/2018/5/layout/IconCircleLabelList"/>
    <dgm:cxn modelId="{A2952B75-96A7-417F-9C7D-1D290FA60E94}" type="presParOf" srcId="{055D9878-A724-4667-A77F-C70DC7F907C7}" destId="{48637486-A562-441F-9BFE-C644CEACCA89}" srcOrd="3" destOrd="0" presId="urn:microsoft.com/office/officeart/2018/5/layout/IconCircleLabelList"/>
    <dgm:cxn modelId="{883F4EA3-F18F-4B36-8258-FD724E6DCBEA}" type="presParOf" srcId="{30EAE35C-6A27-46F2-A982-02D4D561FDF3}" destId="{BDF843FC-E5F3-4B2A-B77C-984F1AC3D253}" srcOrd="5" destOrd="0" presId="urn:microsoft.com/office/officeart/2018/5/layout/IconCircleLabelList"/>
    <dgm:cxn modelId="{9923D7DA-5529-48CA-ADF3-E83E1A11A083}" type="presParOf" srcId="{30EAE35C-6A27-46F2-A982-02D4D561FDF3}" destId="{19E94B1D-1982-4A65-8557-C009E3C29F0E}" srcOrd="6" destOrd="0" presId="urn:microsoft.com/office/officeart/2018/5/layout/IconCircleLabelList"/>
    <dgm:cxn modelId="{D232D655-CC35-453A-AFD1-B744E2AB85A4}" type="presParOf" srcId="{19E94B1D-1982-4A65-8557-C009E3C29F0E}" destId="{CFD2F42A-7D4F-4387-92FA-0CAC99388BBA}" srcOrd="0" destOrd="0" presId="urn:microsoft.com/office/officeart/2018/5/layout/IconCircleLabelList"/>
    <dgm:cxn modelId="{5F0B21DE-CD2A-43CB-8E30-B78C5D05BD2D}" type="presParOf" srcId="{19E94B1D-1982-4A65-8557-C009E3C29F0E}" destId="{52543B9C-8842-4FBB-8F1C-8D4880C810B4}" srcOrd="1" destOrd="0" presId="urn:microsoft.com/office/officeart/2018/5/layout/IconCircleLabelList"/>
    <dgm:cxn modelId="{AD5A8FEF-28E6-4AD8-900B-0735FBDA8592}" type="presParOf" srcId="{19E94B1D-1982-4A65-8557-C009E3C29F0E}" destId="{4B61B9C1-3D08-4F23-9AC7-CEB0781A4C85}" srcOrd="2" destOrd="0" presId="urn:microsoft.com/office/officeart/2018/5/layout/IconCircleLabelList"/>
    <dgm:cxn modelId="{63DDFB85-2BBE-45FB-AE1A-9C6C56CE1488}" type="presParOf" srcId="{19E94B1D-1982-4A65-8557-C009E3C29F0E}" destId="{266B7BF0-F32A-41E2-AB74-AB96F873CE0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EC45A7-84C0-4E9F-A271-E8761E297F2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72263C2-E810-4FED-94EA-339E0CCF3BC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5. Agile Development</a:t>
          </a:r>
          <a:endParaRPr lang="en-US"/>
        </a:p>
      </dgm:t>
    </dgm:pt>
    <dgm:pt modelId="{E8963C1B-F5A2-4799-BB85-7FF5C0FE82BE}" type="parTrans" cxnId="{57C840D8-7B5B-48CB-BC8C-8182C6E9A013}">
      <dgm:prSet/>
      <dgm:spPr/>
      <dgm:t>
        <a:bodyPr/>
        <a:lstStyle/>
        <a:p>
          <a:endParaRPr lang="en-US"/>
        </a:p>
      </dgm:t>
    </dgm:pt>
    <dgm:pt modelId="{FBE9B085-B712-4860-9852-2D9C5E2EE0B7}" type="sibTrans" cxnId="{57C840D8-7B5B-48CB-BC8C-8182C6E9A013}">
      <dgm:prSet/>
      <dgm:spPr/>
      <dgm:t>
        <a:bodyPr/>
        <a:lstStyle/>
        <a:p>
          <a:endParaRPr lang="en-US"/>
        </a:p>
      </dgm:t>
    </dgm:pt>
    <dgm:pt modelId="{C04BB462-3CED-41F5-BAFE-8AA99E51FE9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Basic Idea:</a:t>
          </a:r>
          <a:r>
            <a:rPr lang="en-US"/>
            <a:t> An iterative and adaptive approach emphasizing rapid release cycles, customer collaboration, and the ability to respond flexibly to change over sticking to a rigid plan.</a:t>
          </a:r>
        </a:p>
      </dgm:t>
    </dgm:pt>
    <dgm:pt modelId="{991C4243-CFD6-4483-B698-138144A58129}" type="parTrans" cxnId="{12948E67-7BC4-490E-826B-B350820A17F6}">
      <dgm:prSet/>
      <dgm:spPr/>
      <dgm:t>
        <a:bodyPr/>
        <a:lstStyle/>
        <a:p>
          <a:endParaRPr lang="en-US"/>
        </a:p>
      </dgm:t>
    </dgm:pt>
    <dgm:pt modelId="{F83715B4-EEA1-466E-B98C-C5BDB03E110A}" type="sibTrans" cxnId="{12948E67-7BC4-490E-826B-B350820A17F6}">
      <dgm:prSet/>
      <dgm:spPr/>
      <dgm:t>
        <a:bodyPr/>
        <a:lstStyle/>
        <a:p>
          <a:endParaRPr lang="en-US"/>
        </a:p>
      </dgm:t>
    </dgm:pt>
    <dgm:pt modelId="{5679AF09-57F7-420A-AD63-B7617F45B86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Work Progression:</a:t>
          </a:r>
          <a:r>
            <a:rPr lang="en-US"/>
            <a:t> Development occurs in short iterations (sprints, typically 1–4 weeks). Cross-functional teams work on prioritized backlog tasks, releasing functioning software updates frequently.</a:t>
          </a:r>
        </a:p>
      </dgm:t>
    </dgm:pt>
    <dgm:pt modelId="{BCDE81C7-FF7A-4328-BC71-C6510F5E451E}" type="parTrans" cxnId="{C2279A2B-D09B-4B88-BC85-48FF43D43225}">
      <dgm:prSet/>
      <dgm:spPr/>
      <dgm:t>
        <a:bodyPr/>
        <a:lstStyle/>
        <a:p>
          <a:endParaRPr lang="en-US"/>
        </a:p>
      </dgm:t>
    </dgm:pt>
    <dgm:pt modelId="{C0246CA0-878D-4201-93CC-2B889996EB0B}" type="sibTrans" cxnId="{C2279A2B-D09B-4B88-BC85-48FF43D43225}">
      <dgm:prSet/>
      <dgm:spPr/>
      <dgm:t>
        <a:bodyPr/>
        <a:lstStyle/>
        <a:p>
          <a:endParaRPr lang="en-US"/>
        </a:p>
      </dgm:t>
    </dgm:pt>
    <dgm:pt modelId="{0CF80120-0C07-4E0C-B96A-17955BC8466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Appropriate Projects:</a:t>
          </a:r>
          <a:r>
            <a:rPr lang="en-US"/>
            <a:t> Consumer applications, SaaS products, startups, and projects operating in volatile market environments.</a:t>
          </a:r>
        </a:p>
      </dgm:t>
    </dgm:pt>
    <dgm:pt modelId="{EF97A26E-EF0C-4E40-9D63-1561BD44A00B}" type="parTrans" cxnId="{D274A975-5BFA-493E-88D9-51CED598A1AE}">
      <dgm:prSet/>
      <dgm:spPr/>
      <dgm:t>
        <a:bodyPr/>
        <a:lstStyle/>
        <a:p>
          <a:endParaRPr lang="en-US"/>
        </a:p>
      </dgm:t>
    </dgm:pt>
    <dgm:pt modelId="{FBA20D22-B991-4A42-BF39-A50F5E95B574}" type="sibTrans" cxnId="{D274A975-5BFA-493E-88D9-51CED598A1AE}">
      <dgm:prSet/>
      <dgm:spPr/>
      <dgm:t>
        <a:bodyPr/>
        <a:lstStyle/>
        <a:p>
          <a:endParaRPr lang="en-US"/>
        </a:p>
      </dgm:t>
    </dgm:pt>
    <dgm:pt modelId="{1AAF85FA-4812-49A0-9B2D-46ACC5394C44}" type="pres">
      <dgm:prSet presAssocID="{15EC45A7-84C0-4E9F-A271-E8761E297F25}" presName="root" presStyleCnt="0">
        <dgm:presLayoutVars>
          <dgm:dir/>
          <dgm:resizeHandles val="exact"/>
        </dgm:presLayoutVars>
      </dgm:prSet>
      <dgm:spPr/>
    </dgm:pt>
    <dgm:pt modelId="{C27D010F-EECA-406D-BA8F-1A16A920A05B}" type="pres">
      <dgm:prSet presAssocID="{872263C2-E810-4FED-94EA-339E0CCF3BCE}" presName="compNode" presStyleCnt="0"/>
      <dgm:spPr/>
    </dgm:pt>
    <dgm:pt modelId="{16FA0A94-98E6-4F0C-BD1C-5D3E439E087B}" type="pres">
      <dgm:prSet presAssocID="{872263C2-E810-4FED-94EA-339E0CCF3BCE}" presName="iconBgRect" presStyleLbl="bgShp" presStyleIdx="0" presStyleCnt="4"/>
      <dgm:spPr/>
    </dgm:pt>
    <dgm:pt modelId="{883DEA4B-BD8A-4B0F-8337-3337E1FAA5B2}" type="pres">
      <dgm:prSet presAssocID="{872263C2-E810-4FED-94EA-339E0CCF3BC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E1D141FE-7DA6-4875-9786-7ACDFA8961CB}" type="pres">
      <dgm:prSet presAssocID="{872263C2-E810-4FED-94EA-339E0CCF3BCE}" presName="spaceRect" presStyleCnt="0"/>
      <dgm:spPr/>
    </dgm:pt>
    <dgm:pt modelId="{53151CBF-1BE4-417A-9F15-C46DFFC66E32}" type="pres">
      <dgm:prSet presAssocID="{872263C2-E810-4FED-94EA-339E0CCF3BCE}" presName="textRect" presStyleLbl="revTx" presStyleIdx="0" presStyleCnt="4">
        <dgm:presLayoutVars>
          <dgm:chMax val="1"/>
          <dgm:chPref val="1"/>
        </dgm:presLayoutVars>
      </dgm:prSet>
      <dgm:spPr/>
    </dgm:pt>
    <dgm:pt modelId="{2F7EAEA8-AB2E-4569-9483-88D3979532BC}" type="pres">
      <dgm:prSet presAssocID="{FBE9B085-B712-4860-9852-2D9C5E2EE0B7}" presName="sibTrans" presStyleCnt="0"/>
      <dgm:spPr/>
    </dgm:pt>
    <dgm:pt modelId="{004367F1-0C8C-4272-9735-A517F61478D4}" type="pres">
      <dgm:prSet presAssocID="{C04BB462-3CED-41F5-BAFE-8AA99E51FE95}" presName="compNode" presStyleCnt="0"/>
      <dgm:spPr/>
    </dgm:pt>
    <dgm:pt modelId="{F50E09DE-4545-4973-A38A-1F1E8885E470}" type="pres">
      <dgm:prSet presAssocID="{C04BB462-3CED-41F5-BAFE-8AA99E51FE95}" presName="iconBgRect" presStyleLbl="bgShp" presStyleIdx="1" presStyleCnt="4"/>
      <dgm:spPr/>
    </dgm:pt>
    <dgm:pt modelId="{DD440683-BBB6-445F-B919-A842BB299F9C}" type="pres">
      <dgm:prSet presAssocID="{C04BB462-3CED-41F5-BAFE-8AA99E51FE9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2E19FFBB-4A43-4DEF-B5F3-FBC48143A9D0}" type="pres">
      <dgm:prSet presAssocID="{C04BB462-3CED-41F5-BAFE-8AA99E51FE95}" presName="spaceRect" presStyleCnt="0"/>
      <dgm:spPr/>
    </dgm:pt>
    <dgm:pt modelId="{7F242A04-0BEB-47C0-8AE8-43122A95733F}" type="pres">
      <dgm:prSet presAssocID="{C04BB462-3CED-41F5-BAFE-8AA99E51FE95}" presName="textRect" presStyleLbl="revTx" presStyleIdx="1" presStyleCnt="4">
        <dgm:presLayoutVars>
          <dgm:chMax val="1"/>
          <dgm:chPref val="1"/>
        </dgm:presLayoutVars>
      </dgm:prSet>
      <dgm:spPr/>
    </dgm:pt>
    <dgm:pt modelId="{A9D2565B-721C-41E3-A5E1-CD9F9C23BDD9}" type="pres">
      <dgm:prSet presAssocID="{F83715B4-EEA1-466E-B98C-C5BDB03E110A}" presName="sibTrans" presStyleCnt="0"/>
      <dgm:spPr/>
    </dgm:pt>
    <dgm:pt modelId="{70DD5A1F-F458-4D54-90EB-356B6753A52D}" type="pres">
      <dgm:prSet presAssocID="{5679AF09-57F7-420A-AD63-B7617F45B860}" presName="compNode" presStyleCnt="0"/>
      <dgm:spPr/>
    </dgm:pt>
    <dgm:pt modelId="{161DC5B9-46BB-4B1B-9A48-82E2FDA7E027}" type="pres">
      <dgm:prSet presAssocID="{5679AF09-57F7-420A-AD63-B7617F45B860}" presName="iconBgRect" presStyleLbl="bgShp" presStyleIdx="2" presStyleCnt="4"/>
      <dgm:spPr/>
    </dgm:pt>
    <dgm:pt modelId="{4183E63D-5827-4ACD-9DAB-9C8A19E1F39C}" type="pres">
      <dgm:prSet presAssocID="{5679AF09-57F7-420A-AD63-B7617F45B86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D2455D9-38F4-4852-A9B8-24D5A3DD6B19}" type="pres">
      <dgm:prSet presAssocID="{5679AF09-57F7-420A-AD63-B7617F45B860}" presName="spaceRect" presStyleCnt="0"/>
      <dgm:spPr/>
    </dgm:pt>
    <dgm:pt modelId="{8D720A63-CDC8-4E12-99C5-87307F3FF7A7}" type="pres">
      <dgm:prSet presAssocID="{5679AF09-57F7-420A-AD63-B7617F45B860}" presName="textRect" presStyleLbl="revTx" presStyleIdx="2" presStyleCnt="4">
        <dgm:presLayoutVars>
          <dgm:chMax val="1"/>
          <dgm:chPref val="1"/>
        </dgm:presLayoutVars>
      </dgm:prSet>
      <dgm:spPr/>
    </dgm:pt>
    <dgm:pt modelId="{09748CED-3CE4-4031-AC74-8CD606F5474C}" type="pres">
      <dgm:prSet presAssocID="{C0246CA0-878D-4201-93CC-2B889996EB0B}" presName="sibTrans" presStyleCnt="0"/>
      <dgm:spPr/>
    </dgm:pt>
    <dgm:pt modelId="{D77BD0A2-B36D-4FF8-8958-4AF7579FB85D}" type="pres">
      <dgm:prSet presAssocID="{0CF80120-0C07-4E0C-B96A-17955BC84668}" presName="compNode" presStyleCnt="0"/>
      <dgm:spPr/>
    </dgm:pt>
    <dgm:pt modelId="{B40AB0BD-3CF5-41C1-AD40-9C65297E9870}" type="pres">
      <dgm:prSet presAssocID="{0CF80120-0C07-4E0C-B96A-17955BC84668}" presName="iconBgRect" presStyleLbl="bgShp" presStyleIdx="3" presStyleCnt="4"/>
      <dgm:spPr/>
    </dgm:pt>
    <dgm:pt modelId="{494094E6-FBB0-4810-B0A4-06D55492DD56}" type="pres">
      <dgm:prSet presAssocID="{0CF80120-0C07-4E0C-B96A-17955BC8466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DE14EEE2-ED58-41A6-9D6C-173A140CF6FC}" type="pres">
      <dgm:prSet presAssocID="{0CF80120-0C07-4E0C-B96A-17955BC84668}" presName="spaceRect" presStyleCnt="0"/>
      <dgm:spPr/>
    </dgm:pt>
    <dgm:pt modelId="{A1D3DB55-FD5D-40F7-A32E-BAF3A511B4C4}" type="pres">
      <dgm:prSet presAssocID="{0CF80120-0C07-4E0C-B96A-17955BC8466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2279A2B-D09B-4B88-BC85-48FF43D43225}" srcId="{15EC45A7-84C0-4E9F-A271-E8761E297F25}" destId="{5679AF09-57F7-420A-AD63-B7617F45B860}" srcOrd="2" destOrd="0" parTransId="{BCDE81C7-FF7A-4328-BC71-C6510F5E451E}" sibTransId="{C0246CA0-878D-4201-93CC-2B889996EB0B}"/>
    <dgm:cxn modelId="{7AAA165B-042F-43CA-826F-B38716105AA6}" type="presOf" srcId="{15EC45A7-84C0-4E9F-A271-E8761E297F25}" destId="{1AAF85FA-4812-49A0-9B2D-46ACC5394C44}" srcOrd="0" destOrd="0" presId="urn:microsoft.com/office/officeart/2018/5/layout/IconCircleLabelList"/>
    <dgm:cxn modelId="{B512F45F-C2AF-4659-9953-71C873B33FF4}" type="presOf" srcId="{5679AF09-57F7-420A-AD63-B7617F45B860}" destId="{8D720A63-CDC8-4E12-99C5-87307F3FF7A7}" srcOrd="0" destOrd="0" presId="urn:microsoft.com/office/officeart/2018/5/layout/IconCircleLabelList"/>
    <dgm:cxn modelId="{12948E67-7BC4-490E-826B-B350820A17F6}" srcId="{15EC45A7-84C0-4E9F-A271-E8761E297F25}" destId="{C04BB462-3CED-41F5-BAFE-8AA99E51FE95}" srcOrd="1" destOrd="0" parTransId="{991C4243-CFD6-4483-B698-138144A58129}" sibTransId="{F83715B4-EEA1-466E-B98C-C5BDB03E110A}"/>
    <dgm:cxn modelId="{D274A975-5BFA-493E-88D9-51CED598A1AE}" srcId="{15EC45A7-84C0-4E9F-A271-E8761E297F25}" destId="{0CF80120-0C07-4E0C-B96A-17955BC84668}" srcOrd="3" destOrd="0" parTransId="{EF97A26E-EF0C-4E40-9D63-1561BD44A00B}" sibTransId="{FBA20D22-B991-4A42-BF39-A50F5E95B574}"/>
    <dgm:cxn modelId="{F46322A7-EED2-4683-8DA9-935F65980E8A}" type="presOf" srcId="{0CF80120-0C07-4E0C-B96A-17955BC84668}" destId="{A1D3DB55-FD5D-40F7-A32E-BAF3A511B4C4}" srcOrd="0" destOrd="0" presId="urn:microsoft.com/office/officeart/2018/5/layout/IconCircleLabelList"/>
    <dgm:cxn modelId="{DD1789C7-5F7F-4423-B7BE-D7CFDFFE96B2}" type="presOf" srcId="{C04BB462-3CED-41F5-BAFE-8AA99E51FE95}" destId="{7F242A04-0BEB-47C0-8AE8-43122A95733F}" srcOrd="0" destOrd="0" presId="urn:microsoft.com/office/officeart/2018/5/layout/IconCircleLabelList"/>
    <dgm:cxn modelId="{F69D92D3-7661-4769-BCE8-62FC4C484DA6}" type="presOf" srcId="{872263C2-E810-4FED-94EA-339E0CCF3BCE}" destId="{53151CBF-1BE4-417A-9F15-C46DFFC66E32}" srcOrd="0" destOrd="0" presId="urn:microsoft.com/office/officeart/2018/5/layout/IconCircleLabelList"/>
    <dgm:cxn modelId="{57C840D8-7B5B-48CB-BC8C-8182C6E9A013}" srcId="{15EC45A7-84C0-4E9F-A271-E8761E297F25}" destId="{872263C2-E810-4FED-94EA-339E0CCF3BCE}" srcOrd="0" destOrd="0" parTransId="{E8963C1B-F5A2-4799-BB85-7FF5C0FE82BE}" sibTransId="{FBE9B085-B712-4860-9852-2D9C5E2EE0B7}"/>
    <dgm:cxn modelId="{12593649-45A7-4A0C-8415-419C8E7589B7}" type="presParOf" srcId="{1AAF85FA-4812-49A0-9B2D-46ACC5394C44}" destId="{C27D010F-EECA-406D-BA8F-1A16A920A05B}" srcOrd="0" destOrd="0" presId="urn:microsoft.com/office/officeart/2018/5/layout/IconCircleLabelList"/>
    <dgm:cxn modelId="{C62BB5E7-474A-43F0-95BB-FA1EF93E1F01}" type="presParOf" srcId="{C27D010F-EECA-406D-BA8F-1A16A920A05B}" destId="{16FA0A94-98E6-4F0C-BD1C-5D3E439E087B}" srcOrd="0" destOrd="0" presId="urn:microsoft.com/office/officeart/2018/5/layout/IconCircleLabelList"/>
    <dgm:cxn modelId="{83A8E365-2812-4EB6-9F12-B32631289ECC}" type="presParOf" srcId="{C27D010F-EECA-406D-BA8F-1A16A920A05B}" destId="{883DEA4B-BD8A-4B0F-8337-3337E1FAA5B2}" srcOrd="1" destOrd="0" presId="urn:microsoft.com/office/officeart/2018/5/layout/IconCircleLabelList"/>
    <dgm:cxn modelId="{63367E71-898F-45BD-872A-B1663644582C}" type="presParOf" srcId="{C27D010F-EECA-406D-BA8F-1A16A920A05B}" destId="{E1D141FE-7DA6-4875-9786-7ACDFA8961CB}" srcOrd="2" destOrd="0" presId="urn:microsoft.com/office/officeart/2018/5/layout/IconCircleLabelList"/>
    <dgm:cxn modelId="{AC7A0804-E285-457F-9BDC-C58EA347DCBB}" type="presParOf" srcId="{C27D010F-EECA-406D-BA8F-1A16A920A05B}" destId="{53151CBF-1BE4-417A-9F15-C46DFFC66E32}" srcOrd="3" destOrd="0" presId="urn:microsoft.com/office/officeart/2018/5/layout/IconCircleLabelList"/>
    <dgm:cxn modelId="{3BB21FDB-57DC-451C-A202-95FC38514230}" type="presParOf" srcId="{1AAF85FA-4812-49A0-9B2D-46ACC5394C44}" destId="{2F7EAEA8-AB2E-4569-9483-88D3979532BC}" srcOrd="1" destOrd="0" presId="urn:microsoft.com/office/officeart/2018/5/layout/IconCircleLabelList"/>
    <dgm:cxn modelId="{EE19E73C-3FB5-4A05-9E89-8F04E8EB88C6}" type="presParOf" srcId="{1AAF85FA-4812-49A0-9B2D-46ACC5394C44}" destId="{004367F1-0C8C-4272-9735-A517F61478D4}" srcOrd="2" destOrd="0" presId="urn:microsoft.com/office/officeart/2018/5/layout/IconCircleLabelList"/>
    <dgm:cxn modelId="{20C4AD68-CB2B-4995-83CF-ACF8C4840277}" type="presParOf" srcId="{004367F1-0C8C-4272-9735-A517F61478D4}" destId="{F50E09DE-4545-4973-A38A-1F1E8885E470}" srcOrd="0" destOrd="0" presId="urn:microsoft.com/office/officeart/2018/5/layout/IconCircleLabelList"/>
    <dgm:cxn modelId="{D2787B25-5B14-476C-85A7-F61DD3548E3A}" type="presParOf" srcId="{004367F1-0C8C-4272-9735-A517F61478D4}" destId="{DD440683-BBB6-445F-B919-A842BB299F9C}" srcOrd="1" destOrd="0" presId="urn:microsoft.com/office/officeart/2018/5/layout/IconCircleLabelList"/>
    <dgm:cxn modelId="{E0B189A6-6671-4E2D-B95F-5EE42389B8B0}" type="presParOf" srcId="{004367F1-0C8C-4272-9735-A517F61478D4}" destId="{2E19FFBB-4A43-4DEF-B5F3-FBC48143A9D0}" srcOrd="2" destOrd="0" presId="urn:microsoft.com/office/officeart/2018/5/layout/IconCircleLabelList"/>
    <dgm:cxn modelId="{6D462A3B-D1AE-4C8B-A3AF-CD3251E8CBB8}" type="presParOf" srcId="{004367F1-0C8C-4272-9735-A517F61478D4}" destId="{7F242A04-0BEB-47C0-8AE8-43122A95733F}" srcOrd="3" destOrd="0" presId="urn:microsoft.com/office/officeart/2018/5/layout/IconCircleLabelList"/>
    <dgm:cxn modelId="{F8E2782B-583F-41FB-96CA-9466B273887A}" type="presParOf" srcId="{1AAF85FA-4812-49A0-9B2D-46ACC5394C44}" destId="{A9D2565B-721C-41E3-A5E1-CD9F9C23BDD9}" srcOrd="3" destOrd="0" presId="urn:microsoft.com/office/officeart/2018/5/layout/IconCircleLabelList"/>
    <dgm:cxn modelId="{A1523849-C712-4007-A493-BD9180F86E4A}" type="presParOf" srcId="{1AAF85FA-4812-49A0-9B2D-46ACC5394C44}" destId="{70DD5A1F-F458-4D54-90EB-356B6753A52D}" srcOrd="4" destOrd="0" presId="urn:microsoft.com/office/officeart/2018/5/layout/IconCircleLabelList"/>
    <dgm:cxn modelId="{297BD79E-4E53-4892-B49B-A200DCE4C032}" type="presParOf" srcId="{70DD5A1F-F458-4D54-90EB-356B6753A52D}" destId="{161DC5B9-46BB-4B1B-9A48-82E2FDA7E027}" srcOrd="0" destOrd="0" presId="urn:microsoft.com/office/officeart/2018/5/layout/IconCircleLabelList"/>
    <dgm:cxn modelId="{B4FCBE2C-78BB-4AA1-8B25-04581548DA4F}" type="presParOf" srcId="{70DD5A1F-F458-4D54-90EB-356B6753A52D}" destId="{4183E63D-5827-4ACD-9DAB-9C8A19E1F39C}" srcOrd="1" destOrd="0" presId="urn:microsoft.com/office/officeart/2018/5/layout/IconCircleLabelList"/>
    <dgm:cxn modelId="{2FB33150-5BD5-4776-B7FC-1AEE25619C20}" type="presParOf" srcId="{70DD5A1F-F458-4D54-90EB-356B6753A52D}" destId="{0D2455D9-38F4-4852-A9B8-24D5A3DD6B19}" srcOrd="2" destOrd="0" presId="urn:microsoft.com/office/officeart/2018/5/layout/IconCircleLabelList"/>
    <dgm:cxn modelId="{FB1A6C4F-CF82-439B-8B0D-5F3ACC5EE459}" type="presParOf" srcId="{70DD5A1F-F458-4D54-90EB-356B6753A52D}" destId="{8D720A63-CDC8-4E12-99C5-87307F3FF7A7}" srcOrd="3" destOrd="0" presId="urn:microsoft.com/office/officeart/2018/5/layout/IconCircleLabelList"/>
    <dgm:cxn modelId="{5A526C59-AA72-411A-A54D-4E9696041359}" type="presParOf" srcId="{1AAF85FA-4812-49A0-9B2D-46ACC5394C44}" destId="{09748CED-3CE4-4031-AC74-8CD606F5474C}" srcOrd="5" destOrd="0" presId="urn:microsoft.com/office/officeart/2018/5/layout/IconCircleLabelList"/>
    <dgm:cxn modelId="{09942019-0851-486B-944A-C05B696C3790}" type="presParOf" srcId="{1AAF85FA-4812-49A0-9B2D-46ACC5394C44}" destId="{D77BD0A2-B36D-4FF8-8958-4AF7579FB85D}" srcOrd="6" destOrd="0" presId="urn:microsoft.com/office/officeart/2018/5/layout/IconCircleLabelList"/>
    <dgm:cxn modelId="{EDD34FF8-A5C7-42BA-8789-64D3833B3E8B}" type="presParOf" srcId="{D77BD0A2-B36D-4FF8-8958-4AF7579FB85D}" destId="{B40AB0BD-3CF5-41C1-AD40-9C65297E9870}" srcOrd="0" destOrd="0" presId="urn:microsoft.com/office/officeart/2018/5/layout/IconCircleLabelList"/>
    <dgm:cxn modelId="{4665B3A2-E793-450D-BF84-99409E2D0DD6}" type="presParOf" srcId="{D77BD0A2-B36D-4FF8-8958-4AF7579FB85D}" destId="{494094E6-FBB0-4810-B0A4-06D55492DD56}" srcOrd="1" destOrd="0" presId="urn:microsoft.com/office/officeart/2018/5/layout/IconCircleLabelList"/>
    <dgm:cxn modelId="{F1EBC003-3CDD-4F95-9203-28DBEFEDF686}" type="presParOf" srcId="{D77BD0A2-B36D-4FF8-8958-4AF7579FB85D}" destId="{DE14EEE2-ED58-41A6-9D6C-173A140CF6FC}" srcOrd="2" destOrd="0" presId="urn:microsoft.com/office/officeart/2018/5/layout/IconCircleLabelList"/>
    <dgm:cxn modelId="{38B53E63-FEBD-4048-8FCC-7457DC5B97C1}" type="presParOf" srcId="{D77BD0A2-B36D-4FF8-8958-4AF7579FB85D}" destId="{A1D3DB55-FD5D-40F7-A32E-BAF3A511B4C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6E1A20-53CA-4746-B0FE-BAFF42CCD2AD}">
      <dsp:nvSpPr>
        <dsp:cNvPr id="0" name=""/>
        <dsp:cNvSpPr/>
      </dsp:nvSpPr>
      <dsp:spPr>
        <a:xfrm>
          <a:off x="973190" y="406228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375BAA-FC90-4971-8BA9-C05854E9C976}">
      <dsp:nvSpPr>
        <dsp:cNvPr id="0" name=""/>
        <dsp:cNvSpPr/>
      </dsp:nvSpPr>
      <dsp:spPr>
        <a:xfrm>
          <a:off x="1242597" y="675635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E4F93-7521-4D20-A27E-073557F0601F}">
      <dsp:nvSpPr>
        <dsp:cNvPr id="0" name=""/>
        <dsp:cNvSpPr/>
      </dsp:nvSpPr>
      <dsp:spPr>
        <a:xfrm>
          <a:off x="569079" y="2064118"/>
          <a:ext cx="2072362" cy="188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2. Incremental Development</a:t>
          </a:r>
          <a:endParaRPr lang="en-US" sz="1100" kern="1200"/>
        </a:p>
      </dsp:txBody>
      <dsp:txXfrm>
        <a:off x="569079" y="2064118"/>
        <a:ext cx="2072362" cy="1880991"/>
      </dsp:txXfrm>
    </dsp:sp>
    <dsp:sp modelId="{447652D5-7213-43C1-A4DE-31E616A427DF}">
      <dsp:nvSpPr>
        <dsp:cNvPr id="0" name=""/>
        <dsp:cNvSpPr/>
      </dsp:nvSpPr>
      <dsp:spPr>
        <a:xfrm>
          <a:off x="3408216" y="406228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21A72-06E9-44C5-A8E0-4EF151BDEDB4}">
      <dsp:nvSpPr>
        <dsp:cNvPr id="0" name=""/>
        <dsp:cNvSpPr/>
      </dsp:nvSpPr>
      <dsp:spPr>
        <a:xfrm>
          <a:off x="3677623" y="675635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D879D-BC2A-4204-B683-FF4A7C0D4388}">
      <dsp:nvSpPr>
        <dsp:cNvPr id="0" name=""/>
        <dsp:cNvSpPr/>
      </dsp:nvSpPr>
      <dsp:spPr>
        <a:xfrm>
          <a:off x="3004105" y="2064118"/>
          <a:ext cx="2072362" cy="188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Basic Idea:</a:t>
          </a:r>
          <a:r>
            <a:rPr lang="en-US" sz="1100" kern="1200"/>
            <a:t> The software is developed as a series of versions (increments), with each increment adding functional features to the previous version.</a:t>
          </a:r>
        </a:p>
      </dsp:txBody>
      <dsp:txXfrm>
        <a:off x="3004105" y="2064118"/>
        <a:ext cx="2072362" cy="1880991"/>
      </dsp:txXfrm>
    </dsp:sp>
    <dsp:sp modelId="{70A3E5E8-4F53-420E-92E0-8004CE4B865B}">
      <dsp:nvSpPr>
        <dsp:cNvPr id="0" name=""/>
        <dsp:cNvSpPr/>
      </dsp:nvSpPr>
      <dsp:spPr>
        <a:xfrm>
          <a:off x="5843242" y="406228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DEB017-078A-49A5-AEE0-A5D444AEB4BB}">
      <dsp:nvSpPr>
        <dsp:cNvPr id="0" name=""/>
        <dsp:cNvSpPr/>
      </dsp:nvSpPr>
      <dsp:spPr>
        <a:xfrm>
          <a:off x="6112649" y="675635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B761F-03C5-4CEB-89F4-A144A3302553}">
      <dsp:nvSpPr>
        <dsp:cNvPr id="0" name=""/>
        <dsp:cNvSpPr/>
      </dsp:nvSpPr>
      <dsp:spPr>
        <a:xfrm>
          <a:off x="5439131" y="2064118"/>
          <a:ext cx="2072362" cy="188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Work Progression:</a:t>
          </a:r>
          <a:r>
            <a:rPr lang="en-US" sz="1100" kern="1200"/>
            <a:t> Specification, design, implementation, and validation activities are interleaved rather than sequential. Early increments deliver core functionality; subsequent increments expand capability based on feedback.</a:t>
          </a:r>
        </a:p>
      </dsp:txBody>
      <dsp:txXfrm>
        <a:off x="5439131" y="2064118"/>
        <a:ext cx="2072362" cy="1880991"/>
      </dsp:txXfrm>
    </dsp:sp>
    <dsp:sp modelId="{C57DFDB8-8D98-4997-8F9D-C7ECF19CF727}">
      <dsp:nvSpPr>
        <dsp:cNvPr id="0" name=""/>
        <dsp:cNvSpPr/>
      </dsp:nvSpPr>
      <dsp:spPr>
        <a:xfrm>
          <a:off x="8278268" y="406228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648E2-B828-4AD4-B608-E6C6A21A4707}">
      <dsp:nvSpPr>
        <dsp:cNvPr id="0" name=""/>
        <dsp:cNvSpPr/>
      </dsp:nvSpPr>
      <dsp:spPr>
        <a:xfrm>
          <a:off x="8547675" y="675635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8BFBF-0F26-414D-AB58-8D057655F579}">
      <dsp:nvSpPr>
        <dsp:cNvPr id="0" name=""/>
        <dsp:cNvSpPr/>
      </dsp:nvSpPr>
      <dsp:spPr>
        <a:xfrm>
          <a:off x="7874157" y="2064118"/>
          <a:ext cx="2072362" cy="188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Appropriate Projects:</a:t>
          </a:r>
          <a:r>
            <a:rPr lang="en-US" sz="1100" kern="1200"/>
            <a:t> Business software, consumer web/mobile applications, and fast-moving startup products where requirements evolve rapidly.</a:t>
          </a:r>
        </a:p>
      </dsp:txBody>
      <dsp:txXfrm>
        <a:off x="7874157" y="2064118"/>
        <a:ext cx="2072362" cy="18809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CA685-C1E4-4C9A-9B09-4007291A0207}">
      <dsp:nvSpPr>
        <dsp:cNvPr id="0" name=""/>
        <dsp:cNvSpPr/>
      </dsp:nvSpPr>
      <dsp:spPr>
        <a:xfrm>
          <a:off x="973190" y="6492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625F5-092F-4E02-952A-06A4A7FCA05F}">
      <dsp:nvSpPr>
        <dsp:cNvPr id="0" name=""/>
        <dsp:cNvSpPr/>
      </dsp:nvSpPr>
      <dsp:spPr>
        <a:xfrm>
          <a:off x="1242597" y="9186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A5373-7BE9-4A49-9057-F24A7E3D67C4}">
      <dsp:nvSpPr>
        <dsp:cNvPr id="0" name=""/>
        <dsp:cNvSpPr/>
      </dsp:nvSpPr>
      <dsp:spPr>
        <a:xfrm>
          <a:off x="569079" y="2307114"/>
          <a:ext cx="2072362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>
              <a:solidFill>
                <a:schemeClr val="tx1">
                  <a:alpha val="80000"/>
                </a:schemeClr>
              </a:solidFill>
            </a:rPr>
            <a:t>3. Integration and Configuration (Component-Based Reuse)</a:t>
          </a:r>
          <a:endParaRPr lang="en-US" sz="1100" kern="1200" dirty="0"/>
        </a:p>
      </dsp:txBody>
      <dsp:txXfrm>
        <a:off x="569079" y="2307114"/>
        <a:ext cx="2072362" cy="1395000"/>
      </dsp:txXfrm>
    </dsp:sp>
    <dsp:sp modelId="{FB26BE5B-BB3B-40A2-8168-55F95E3CB563}">
      <dsp:nvSpPr>
        <dsp:cNvPr id="0" name=""/>
        <dsp:cNvSpPr/>
      </dsp:nvSpPr>
      <dsp:spPr>
        <a:xfrm>
          <a:off x="3408216" y="6492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A40DDC-5EBC-4241-AEA6-1637FF590E13}">
      <dsp:nvSpPr>
        <dsp:cNvPr id="0" name=""/>
        <dsp:cNvSpPr/>
      </dsp:nvSpPr>
      <dsp:spPr>
        <a:xfrm>
          <a:off x="3677623" y="9186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78856-3DFA-4DF7-92DB-F4C58E2A928B}">
      <dsp:nvSpPr>
        <dsp:cNvPr id="0" name=""/>
        <dsp:cNvSpPr/>
      </dsp:nvSpPr>
      <dsp:spPr>
        <a:xfrm>
          <a:off x="3004105" y="2307114"/>
          <a:ext cx="2072362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>
              <a:solidFill>
                <a:schemeClr val="tx1">
                  <a:alpha val="80000"/>
                </a:schemeClr>
              </a:solidFill>
            </a:rPr>
            <a:t>Basic Idea:</a:t>
          </a:r>
          <a:r>
            <a:rPr lang="en-US" sz="1100" kern="1200" dirty="0">
              <a:solidFill>
                <a:schemeClr val="tx1">
                  <a:alpha val="80000"/>
                </a:schemeClr>
              </a:solidFill>
            </a:rPr>
            <a:t> Development focuses on assembling and configuring pre-existing software components, commercial off-the-shelf (COTS) software, cloud microservices, or frameworks rather than building from scratch.</a:t>
          </a:r>
          <a:endParaRPr lang="en-US" sz="1100" kern="1200" dirty="0"/>
        </a:p>
      </dsp:txBody>
      <dsp:txXfrm>
        <a:off x="3004105" y="2307114"/>
        <a:ext cx="2072362" cy="1395000"/>
      </dsp:txXfrm>
    </dsp:sp>
    <dsp:sp modelId="{44C5D6F7-7952-4766-929D-392F1CDE6F74}">
      <dsp:nvSpPr>
        <dsp:cNvPr id="0" name=""/>
        <dsp:cNvSpPr/>
      </dsp:nvSpPr>
      <dsp:spPr>
        <a:xfrm>
          <a:off x="5843242" y="6492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042DBC-E0B0-4FBE-8815-8449F70E3299}">
      <dsp:nvSpPr>
        <dsp:cNvPr id="0" name=""/>
        <dsp:cNvSpPr/>
      </dsp:nvSpPr>
      <dsp:spPr>
        <a:xfrm>
          <a:off x="6112649" y="9186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E2EF3-B0DD-4909-840D-EC042EDD919D}">
      <dsp:nvSpPr>
        <dsp:cNvPr id="0" name=""/>
        <dsp:cNvSpPr/>
      </dsp:nvSpPr>
      <dsp:spPr>
        <a:xfrm>
          <a:off x="5439131" y="2307114"/>
          <a:ext cx="2072362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>
              <a:solidFill>
                <a:schemeClr val="tx1">
                  <a:alpha val="80000"/>
                </a:schemeClr>
              </a:solidFill>
            </a:rPr>
            <a:t>Work Progression:</a:t>
          </a:r>
          <a:r>
            <a:rPr lang="en-US" sz="1100" kern="1200" dirty="0">
              <a:solidFill>
                <a:schemeClr val="tx1">
                  <a:alpha val="80000"/>
                </a:schemeClr>
              </a:solidFill>
            </a:rPr>
            <a:t> Starts with identifying available software components, refining requirements to match component capabilities, configuring the parameters, and integrating them into the system architecture.</a:t>
          </a:r>
          <a:endParaRPr lang="en-US" sz="1100" kern="1200" dirty="0"/>
        </a:p>
      </dsp:txBody>
      <dsp:txXfrm>
        <a:off x="5439131" y="2307114"/>
        <a:ext cx="2072362" cy="1395000"/>
      </dsp:txXfrm>
    </dsp:sp>
    <dsp:sp modelId="{2E2C9A5E-0757-482D-A009-C495CC552658}">
      <dsp:nvSpPr>
        <dsp:cNvPr id="0" name=""/>
        <dsp:cNvSpPr/>
      </dsp:nvSpPr>
      <dsp:spPr>
        <a:xfrm>
          <a:off x="8278268" y="6492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C6C47F-C575-427C-8EE7-36DDCD076032}">
      <dsp:nvSpPr>
        <dsp:cNvPr id="0" name=""/>
        <dsp:cNvSpPr/>
      </dsp:nvSpPr>
      <dsp:spPr>
        <a:xfrm>
          <a:off x="8547675" y="9186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74FA6-57BD-4475-8841-BC74FD31406F}">
      <dsp:nvSpPr>
        <dsp:cNvPr id="0" name=""/>
        <dsp:cNvSpPr/>
      </dsp:nvSpPr>
      <dsp:spPr>
        <a:xfrm>
          <a:off x="7874157" y="2307114"/>
          <a:ext cx="2072362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>
              <a:solidFill>
                <a:schemeClr val="tx1">
                  <a:alpha val="80000"/>
                </a:schemeClr>
              </a:solidFill>
            </a:rPr>
            <a:t>Appropriate Projects:</a:t>
          </a:r>
          <a:r>
            <a:rPr lang="en-US" sz="1100" kern="1200" dirty="0">
              <a:solidFill>
                <a:schemeClr val="tx1">
                  <a:alpha val="80000"/>
                </a:schemeClr>
              </a:solidFill>
            </a:rPr>
            <a:t> Enterprise resource planning (ERP) systems, e-commerce stores, and web services that leverage standardized third-party APIs.</a:t>
          </a:r>
          <a:endParaRPr lang="en-US" sz="1100" kern="1200" dirty="0"/>
        </a:p>
      </dsp:txBody>
      <dsp:txXfrm>
        <a:off x="7874157" y="2307114"/>
        <a:ext cx="2072362" cy="139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CA685-C1E4-4C9A-9B09-4007291A0207}">
      <dsp:nvSpPr>
        <dsp:cNvPr id="0" name=""/>
        <dsp:cNvSpPr/>
      </dsp:nvSpPr>
      <dsp:spPr>
        <a:xfrm>
          <a:off x="973190" y="805317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625F5-092F-4E02-952A-06A4A7FCA05F}">
      <dsp:nvSpPr>
        <dsp:cNvPr id="0" name=""/>
        <dsp:cNvSpPr/>
      </dsp:nvSpPr>
      <dsp:spPr>
        <a:xfrm>
          <a:off x="1242597" y="107472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A5373-7BE9-4A49-9057-F24A7E3D67C4}">
      <dsp:nvSpPr>
        <dsp:cNvPr id="0" name=""/>
        <dsp:cNvSpPr/>
      </dsp:nvSpPr>
      <dsp:spPr>
        <a:xfrm>
          <a:off x="569079" y="2463207"/>
          <a:ext cx="2072362" cy="108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4. Plan-Driven Development</a:t>
          </a:r>
          <a:endParaRPr lang="en-US" sz="1100" kern="1200"/>
        </a:p>
      </dsp:txBody>
      <dsp:txXfrm>
        <a:off x="569079" y="2463207"/>
        <a:ext cx="2072362" cy="1082812"/>
      </dsp:txXfrm>
    </dsp:sp>
    <dsp:sp modelId="{FB26BE5B-BB3B-40A2-8168-55F95E3CB563}">
      <dsp:nvSpPr>
        <dsp:cNvPr id="0" name=""/>
        <dsp:cNvSpPr/>
      </dsp:nvSpPr>
      <dsp:spPr>
        <a:xfrm>
          <a:off x="3408216" y="805317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A40DDC-5EBC-4241-AEA6-1637FF590E13}">
      <dsp:nvSpPr>
        <dsp:cNvPr id="0" name=""/>
        <dsp:cNvSpPr/>
      </dsp:nvSpPr>
      <dsp:spPr>
        <a:xfrm>
          <a:off x="3677623" y="107472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78856-3DFA-4DF7-92DB-F4C58E2A928B}">
      <dsp:nvSpPr>
        <dsp:cNvPr id="0" name=""/>
        <dsp:cNvSpPr/>
      </dsp:nvSpPr>
      <dsp:spPr>
        <a:xfrm>
          <a:off x="3004105" y="2463207"/>
          <a:ext cx="2072362" cy="108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Basic Idea:</a:t>
          </a:r>
          <a:r>
            <a:rPr lang="en-US" sz="1100" kern="1200"/>
            <a:t> An approach where all process activities are planned, and progress is measured against this explicit, detailed plan.</a:t>
          </a:r>
        </a:p>
      </dsp:txBody>
      <dsp:txXfrm>
        <a:off x="3004105" y="2463207"/>
        <a:ext cx="2072362" cy="1082812"/>
      </dsp:txXfrm>
    </dsp:sp>
    <dsp:sp modelId="{44C5D6F7-7952-4766-929D-392F1CDE6F74}">
      <dsp:nvSpPr>
        <dsp:cNvPr id="0" name=""/>
        <dsp:cNvSpPr/>
      </dsp:nvSpPr>
      <dsp:spPr>
        <a:xfrm>
          <a:off x="5843242" y="805317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042DBC-E0B0-4FBE-8815-8449F70E3299}">
      <dsp:nvSpPr>
        <dsp:cNvPr id="0" name=""/>
        <dsp:cNvSpPr/>
      </dsp:nvSpPr>
      <dsp:spPr>
        <a:xfrm>
          <a:off x="6112649" y="107472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E2EF3-B0DD-4909-840D-EC042EDD919D}">
      <dsp:nvSpPr>
        <dsp:cNvPr id="0" name=""/>
        <dsp:cNvSpPr/>
      </dsp:nvSpPr>
      <dsp:spPr>
        <a:xfrm>
          <a:off x="5439131" y="2463207"/>
          <a:ext cx="2072362" cy="108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Work Progression:</a:t>
          </a:r>
          <a:r>
            <a:rPr lang="en-US" sz="1100" kern="1200"/>
            <a:t> Extensive upfront planning, detailed architectural design, formal milestone reviews, and strict change-management boards govern progression.</a:t>
          </a:r>
        </a:p>
      </dsp:txBody>
      <dsp:txXfrm>
        <a:off x="5439131" y="2463207"/>
        <a:ext cx="2072362" cy="1082812"/>
      </dsp:txXfrm>
    </dsp:sp>
    <dsp:sp modelId="{2E2C9A5E-0757-482D-A009-C495CC552658}">
      <dsp:nvSpPr>
        <dsp:cNvPr id="0" name=""/>
        <dsp:cNvSpPr/>
      </dsp:nvSpPr>
      <dsp:spPr>
        <a:xfrm>
          <a:off x="8278268" y="805317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C6C47F-C575-427C-8EE7-36DDCD076032}">
      <dsp:nvSpPr>
        <dsp:cNvPr id="0" name=""/>
        <dsp:cNvSpPr/>
      </dsp:nvSpPr>
      <dsp:spPr>
        <a:xfrm>
          <a:off x="8547675" y="107472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74FA6-57BD-4475-8841-BC74FD31406F}">
      <dsp:nvSpPr>
        <dsp:cNvPr id="0" name=""/>
        <dsp:cNvSpPr/>
      </dsp:nvSpPr>
      <dsp:spPr>
        <a:xfrm>
          <a:off x="7874157" y="2463207"/>
          <a:ext cx="2072362" cy="108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Appropriate Projects:</a:t>
          </a:r>
          <a:r>
            <a:rPr lang="en-US" sz="1100" kern="1200"/>
            <a:t> Government contracts, defense systems, and highly regulated industries where compliance, safety, and traceability are mandatory.</a:t>
          </a:r>
        </a:p>
      </dsp:txBody>
      <dsp:txXfrm>
        <a:off x="7874157" y="2463207"/>
        <a:ext cx="2072362" cy="1082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494A4-38AC-46A1-ADED-71CC798F768A}">
      <dsp:nvSpPr>
        <dsp:cNvPr id="0" name=""/>
        <dsp:cNvSpPr/>
      </dsp:nvSpPr>
      <dsp:spPr>
        <a:xfrm>
          <a:off x="973190" y="805317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9612E-4719-4947-906A-D4B555789C61}">
      <dsp:nvSpPr>
        <dsp:cNvPr id="0" name=""/>
        <dsp:cNvSpPr/>
      </dsp:nvSpPr>
      <dsp:spPr>
        <a:xfrm>
          <a:off x="1242597" y="107472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4ABF7-2515-41F9-9BF1-93BE26CA8691}">
      <dsp:nvSpPr>
        <dsp:cNvPr id="0" name=""/>
        <dsp:cNvSpPr/>
      </dsp:nvSpPr>
      <dsp:spPr>
        <a:xfrm>
          <a:off x="569079" y="2463207"/>
          <a:ext cx="2072362" cy="108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4. Plan-Driven Development</a:t>
          </a:r>
          <a:endParaRPr lang="en-US" sz="1100" kern="1200"/>
        </a:p>
      </dsp:txBody>
      <dsp:txXfrm>
        <a:off x="569079" y="2463207"/>
        <a:ext cx="2072362" cy="1082812"/>
      </dsp:txXfrm>
    </dsp:sp>
    <dsp:sp modelId="{BBC4EACA-1F64-4CE0-BADC-8A312ACC323A}">
      <dsp:nvSpPr>
        <dsp:cNvPr id="0" name=""/>
        <dsp:cNvSpPr/>
      </dsp:nvSpPr>
      <dsp:spPr>
        <a:xfrm>
          <a:off x="3408216" y="805317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2638F-D3BC-44A5-AFB6-F5D5CF3B6B12}">
      <dsp:nvSpPr>
        <dsp:cNvPr id="0" name=""/>
        <dsp:cNvSpPr/>
      </dsp:nvSpPr>
      <dsp:spPr>
        <a:xfrm>
          <a:off x="3677623" y="107472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77EB5-B61F-4944-982C-9AC9FE14CE88}">
      <dsp:nvSpPr>
        <dsp:cNvPr id="0" name=""/>
        <dsp:cNvSpPr/>
      </dsp:nvSpPr>
      <dsp:spPr>
        <a:xfrm>
          <a:off x="3004105" y="2463207"/>
          <a:ext cx="2072362" cy="108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Basic Idea:</a:t>
          </a:r>
          <a:r>
            <a:rPr lang="en-US" sz="1100" kern="1200"/>
            <a:t> An approach where all process activities are planned, and progress is measured against this explicit, detailed plan.</a:t>
          </a:r>
        </a:p>
      </dsp:txBody>
      <dsp:txXfrm>
        <a:off x="3004105" y="2463207"/>
        <a:ext cx="2072362" cy="1082812"/>
      </dsp:txXfrm>
    </dsp:sp>
    <dsp:sp modelId="{5B9B61A9-AECC-4B7E-A699-F7F50BC97BB8}">
      <dsp:nvSpPr>
        <dsp:cNvPr id="0" name=""/>
        <dsp:cNvSpPr/>
      </dsp:nvSpPr>
      <dsp:spPr>
        <a:xfrm>
          <a:off x="5843242" y="805317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A15B0-8E0C-477A-BF67-18896AB40FB9}">
      <dsp:nvSpPr>
        <dsp:cNvPr id="0" name=""/>
        <dsp:cNvSpPr/>
      </dsp:nvSpPr>
      <dsp:spPr>
        <a:xfrm>
          <a:off x="6112649" y="107472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637486-A562-441F-9BFE-C644CEACCA89}">
      <dsp:nvSpPr>
        <dsp:cNvPr id="0" name=""/>
        <dsp:cNvSpPr/>
      </dsp:nvSpPr>
      <dsp:spPr>
        <a:xfrm>
          <a:off x="5439131" y="2463207"/>
          <a:ext cx="2072362" cy="108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Work Progression:</a:t>
          </a:r>
          <a:r>
            <a:rPr lang="en-US" sz="1100" kern="1200"/>
            <a:t> Extensive upfront planning, detailed architectural design, formal milestone reviews, and strict change-management boards govern progression.</a:t>
          </a:r>
        </a:p>
      </dsp:txBody>
      <dsp:txXfrm>
        <a:off x="5439131" y="2463207"/>
        <a:ext cx="2072362" cy="1082812"/>
      </dsp:txXfrm>
    </dsp:sp>
    <dsp:sp modelId="{CFD2F42A-7D4F-4387-92FA-0CAC99388BBA}">
      <dsp:nvSpPr>
        <dsp:cNvPr id="0" name=""/>
        <dsp:cNvSpPr/>
      </dsp:nvSpPr>
      <dsp:spPr>
        <a:xfrm>
          <a:off x="8278268" y="805317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543B9C-8842-4FBB-8F1C-8D4880C810B4}">
      <dsp:nvSpPr>
        <dsp:cNvPr id="0" name=""/>
        <dsp:cNvSpPr/>
      </dsp:nvSpPr>
      <dsp:spPr>
        <a:xfrm>
          <a:off x="8547675" y="107472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B7BF0-F32A-41E2-AB74-AB96F873CE08}">
      <dsp:nvSpPr>
        <dsp:cNvPr id="0" name=""/>
        <dsp:cNvSpPr/>
      </dsp:nvSpPr>
      <dsp:spPr>
        <a:xfrm>
          <a:off x="7874157" y="2463207"/>
          <a:ext cx="2072362" cy="108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Appropriate Projects:</a:t>
          </a:r>
          <a:r>
            <a:rPr lang="en-US" sz="1100" kern="1200"/>
            <a:t> Government contracts, defense systems, and highly regulated industries where compliance, safety, and traceability are mandatory.</a:t>
          </a:r>
        </a:p>
      </dsp:txBody>
      <dsp:txXfrm>
        <a:off x="7874157" y="2463207"/>
        <a:ext cx="2072362" cy="10828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A0A94-98E6-4F0C-BD1C-5D3E439E087B}">
      <dsp:nvSpPr>
        <dsp:cNvPr id="0" name=""/>
        <dsp:cNvSpPr/>
      </dsp:nvSpPr>
      <dsp:spPr>
        <a:xfrm>
          <a:off x="973190" y="577373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3DEA4B-BD8A-4B0F-8337-3337E1FAA5B2}">
      <dsp:nvSpPr>
        <dsp:cNvPr id="0" name=""/>
        <dsp:cNvSpPr/>
      </dsp:nvSpPr>
      <dsp:spPr>
        <a:xfrm>
          <a:off x="1242597" y="846780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51CBF-1BE4-417A-9F15-C46DFFC66E32}">
      <dsp:nvSpPr>
        <dsp:cNvPr id="0" name=""/>
        <dsp:cNvSpPr/>
      </dsp:nvSpPr>
      <dsp:spPr>
        <a:xfrm>
          <a:off x="569079" y="2235263"/>
          <a:ext cx="2072362" cy="1538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5. Agile Development</a:t>
          </a:r>
          <a:endParaRPr lang="en-US" sz="1100" kern="1200"/>
        </a:p>
      </dsp:txBody>
      <dsp:txXfrm>
        <a:off x="569079" y="2235263"/>
        <a:ext cx="2072362" cy="1538701"/>
      </dsp:txXfrm>
    </dsp:sp>
    <dsp:sp modelId="{F50E09DE-4545-4973-A38A-1F1E8885E470}">
      <dsp:nvSpPr>
        <dsp:cNvPr id="0" name=""/>
        <dsp:cNvSpPr/>
      </dsp:nvSpPr>
      <dsp:spPr>
        <a:xfrm>
          <a:off x="3408216" y="577373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40683-BBB6-445F-B919-A842BB299F9C}">
      <dsp:nvSpPr>
        <dsp:cNvPr id="0" name=""/>
        <dsp:cNvSpPr/>
      </dsp:nvSpPr>
      <dsp:spPr>
        <a:xfrm>
          <a:off x="3677623" y="846780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42A04-0BEB-47C0-8AE8-43122A95733F}">
      <dsp:nvSpPr>
        <dsp:cNvPr id="0" name=""/>
        <dsp:cNvSpPr/>
      </dsp:nvSpPr>
      <dsp:spPr>
        <a:xfrm>
          <a:off x="3004105" y="2235263"/>
          <a:ext cx="2072362" cy="1538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Basic Idea:</a:t>
          </a:r>
          <a:r>
            <a:rPr lang="en-US" sz="1100" kern="1200"/>
            <a:t> An iterative and adaptive approach emphasizing rapid release cycles, customer collaboration, and the ability to respond flexibly to change over sticking to a rigid plan.</a:t>
          </a:r>
        </a:p>
      </dsp:txBody>
      <dsp:txXfrm>
        <a:off x="3004105" y="2235263"/>
        <a:ext cx="2072362" cy="1538701"/>
      </dsp:txXfrm>
    </dsp:sp>
    <dsp:sp modelId="{161DC5B9-46BB-4B1B-9A48-82E2FDA7E027}">
      <dsp:nvSpPr>
        <dsp:cNvPr id="0" name=""/>
        <dsp:cNvSpPr/>
      </dsp:nvSpPr>
      <dsp:spPr>
        <a:xfrm>
          <a:off x="5843242" y="577373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3E63D-5827-4ACD-9DAB-9C8A19E1F39C}">
      <dsp:nvSpPr>
        <dsp:cNvPr id="0" name=""/>
        <dsp:cNvSpPr/>
      </dsp:nvSpPr>
      <dsp:spPr>
        <a:xfrm>
          <a:off x="6112649" y="846780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20A63-CDC8-4E12-99C5-87307F3FF7A7}">
      <dsp:nvSpPr>
        <dsp:cNvPr id="0" name=""/>
        <dsp:cNvSpPr/>
      </dsp:nvSpPr>
      <dsp:spPr>
        <a:xfrm>
          <a:off x="5439131" y="2235263"/>
          <a:ext cx="2072362" cy="1538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Work Progression:</a:t>
          </a:r>
          <a:r>
            <a:rPr lang="en-US" sz="1100" kern="1200"/>
            <a:t> Development occurs in short iterations (sprints, typically 1–4 weeks). Cross-functional teams work on prioritized backlog tasks, releasing functioning software updates frequently.</a:t>
          </a:r>
        </a:p>
      </dsp:txBody>
      <dsp:txXfrm>
        <a:off x="5439131" y="2235263"/>
        <a:ext cx="2072362" cy="1538701"/>
      </dsp:txXfrm>
    </dsp:sp>
    <dsp:sp modelId="{B40AB0BD-3CF5-41C1-AD40-9C65297E9870}">
      <dsp:nvSpPr>
        <dsp:cNvPr id="0" name=""/>
        <dsp:cNvSpPr/>
      </dsp:nvSpPr>
      <dsp:spPr>
        <a:xfrm>
          <a:off x="8278268" y="577373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094E6-FBB0-4810-B0A4-06D55492DD56}">
      <dsp:nvSpPr>
        <dsp:cNvPr id="0" name=""/>
        <dsp:cNvSpPr/>
      </dsp:nvSpPr>
      <dsp:spPr>
        <a:xfrm>
          <a:off x="8547675" y="846780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3DB55-FD5D-40F7-A32E-BAF3A511B4C4}">
      <dsp:nvSpPr>
        <dsp:cNvPr id="0" name=""/>
        <dsp:cNvSpPr/>
      </dsp:nvSpPr>
      <dsp:spPr>
        <a:xfrm>
          <a:off x="7874157" y="2235263"/>
          <a:ext cx="2072362" cy="1538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Appropriate Projects:</a:t>
          </a:r>
          <a:r>
            <a:rPr lang="en-US" sz="1100" kern="1200"/>
            <a:t> Consumer applications, SaaS products, startups, and projects operating in volatile market environments.</a:t>
          </a:r>
        </a:p>
      </dsp:txBody>
      <dsp:txXfrm>
        <a:off x="7874157" y="2235263"/>
        <a:ext cx="2072362" cy="15387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8FD9-92F5-BCD4-B523-4B4AB6AA5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AEADC-67A0-E03C-0945-72C2C4C6F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D045F-7815-EB24-BCDB-F119DDF2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B4C01-8079-1295-AF77-3771E3875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050A4-8429-902C-B2EE-AB9A02E9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82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5069-65BF-54A7-86A9-63DA8CBB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B7866-8829-B5C7-D660-1A9D143C2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881B7-57C8-97C1-5B41-59995E87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40F50-8E08-23B2-5542-FBF3F2A0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4BACF-6A51-986B-A990-37E93D39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9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C02A-F2D5-AD32-656A-1B5D05AD6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920DF-AF78-02A9-2034-53232233F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B12D-62E5-34D9-86F4-48C47121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D0122-41EA-7C1D-24B9-99C42832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EB168-D1F1-EA50-618C-2118BFAC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1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4E08-6C8C-5106-1FC7-23E88BFD8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132EE-08C0-FEB4-0DFD-7CE10647C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9193F-98C7-036A-E13B-8513603DB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40547-9A31-617A-E068-FBA7E236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54BE2-D662-6AA9-7C36-8768FD86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80B98-E785-2E5C-8A2D-98EEFEAA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27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E8120-4949-2427-E0C0-B79706D05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FD060-38A1-1443-60F3-8B739A260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7A0E5-3501-5BE5-6EE2-5272E1ACE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1D596-3143-DA5A-8419-DE4A9BDAF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6E52D-5A49-69BE-4AE7-3C3471637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2E3F8-7A2E-73A4-E4CA-9DC22D72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487792-124C-24CB-5CCB-0C410425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665F4-ACB3-1845-8C5B-D8B4FC70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52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5B5E-6165-C797-2FE8-70CF36D63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FB8FC-E51B-0D91-8DCA-FB1DBAEF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B3DB2-8404-A94C-0AE5-DD676E7C5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85288-42F6-5150-1178-22C3EA9BD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E6929A-04B1-9C49-8CBE-FE05BF44D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BD972-726A-9EE4-0819-9FE7F0414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7F883-4164-A064-0D9E-DBB5CCE1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3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D0B0-1B18-5EE7-E835-511D6495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62400-3E4F-FCA6-D2F7-5C10ABAD0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5FC7A-6271-EF24-A73D-B29320F3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C81F7-8EF9-BA0C-9FCF-64ECB211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93498-756D-6AC3-B49C-B2B4BE8F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605EE-9C93-D3ED-722F-F5219CC2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0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224B-669F-6E62-9F83-414DAA54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1CBCC-BD7B-3518-276E-C0881B086A9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66901-471D-D77D-0BF2-AF04F3EA5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10E1A-3F83-0774-C210-287725DD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3C84C-80B9-86F4-653B-22B6E62A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50848-FA44-D260-20BC-B525E71E8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6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F64D-D697-6B0C-9162-9A64CB4F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B41EC-1D02-AD22-A317-098B3AE4F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09DA2-61F8-6CC4-10CC-D72E729E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09B59-8C18-0C44-EB95-6983B18C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BCA0C-8552-1768-2704-CBB1425C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A077C-7ACF-854B-586F-348079FC77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743976-674A-7344-B3DB-301A6AD8C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16580-04F7-468A-0D70-7E947B89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D445D-E250-DDD4-4BA2-4D9ADED2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807D6-C5C9-11E4-409C-103CD0A8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0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7B922-0363-DA03-73AF-B5284B66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318B3-6FDB-AB05-86DD-28AB78CE0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94FE3-B6F9-5664-3C1C-BD4B6A8F7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5BCB8-A062-4F29-A80B-342ECE60F40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78669-9D79-6EAE-2CFF-41D040754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9C80D-756E-B6CE-D1E2-834181E13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8AC6A-595E-42FD-910E-AAB8E4365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2E42B3-DB33-18FE-B408-5F40439C8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Software Process in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01614-E06B-145D-9D65-EB6607D06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Yino Alva</a:t>
            </a:r>
          </a:p>
        </p:txBody>
      </p:sp>
    </p:spTree>
    <p:extLst>
      <p:ext uri="{BB962C8B-B14F-4D97-AF65-F5344CB8AC3E}">
        <p14:creationId xmlns:p14="http://schemas.microsoft.com/office/powerpoint/2010/main" val="2391277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1110D-70B4-9838-CFDD-4EA2D816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 1: What is Software Process?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929DA-B55D-6D0A-5BC8-5C7C1C4E9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Definition of Software Process </a:t>
            </a:r>
            <a:r>
              <a:rPr lang="en-US" sz="2000"/>
              <a:t>: A software process is a structured set of activities required to plan, design, develop, test, and maintain a software system. Rather than writing code in an ad-hoc manner, a software process provides a systematic framework that ensures predictability, quality, and maintainability throughout the system's life cycle.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55815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D29F6-ABB5-5EA8-4FF2-744006D8E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/>
              <a:t>2. Why Software Development Requires an Organized Process :</a:t>
            </a:r>
          </a:p>
          <a:p>
            <a:pPr>
              <a:buNone/>
            </a:pPr>
            <a:r>
              <a:rPr lang="en-US" sz="1800" b="1"/>
              <a:t>	</a:t>
            </a:r>
            <a:r>
              <a:rPr lang="en-US" sz="1800"/>
              <a:t>Software engineering is fundamentally different from simple programming. While ad-hoc programming works for small, single-developer projects ("toy applications"), large-scale software systems are built by multi-disciplinary teams, must handle complex user requirements, and must evolve over many years. An organized software process is necessary because: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/>
              <a:t>Complexity &amp; Scale:</a:t>
            </a:r>
            <a:r>
              <a:rPr lang="en-US" sz="1800"/>
              <a:t> Modern software involves millions of lines of code and numerous interacting components.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/>
              <a:t>Team Coordination:</a:t>
            </a:r>
            <a:r>
              <a:rPr lang="en-US" sz="1800"/>
              <a:t> Clear structures define who does what, when, and how, preventing duplicated work or conflicting architectural decisions.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/>
              <a:t>Cost &amp; Schedule Control:</a:t>
            </a:r>
            <a:r>
              <a:rPr lang="en-US" sz="1800"/>
              <a:t> Structured processes enable project estimation, resource planning, and progress tracking to avoid severe cost and time overruns.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/>
              <a:t>Quality Assurance:</a:t>
            </a:r>
            <a:r>
              <a:rPr lang="en-US" sz="1800"/>
              <a:t> Systematic testing and validation ensure the software is reliable, secure, and meets stakeholder requirements before release.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6601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88E47F-032F-DB7D-6110-EC1E9B56F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12A54-20A4-171E-D423-6C8E1660C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3. Four Fundamental Software Process Activities</a:t>
            </a:r>
          </a:p>
          <a:p>
            <a:r>
              <a:rPr lang="en-US" sz="2000"/>
              <a:t>Regardless of the methodology used (Waterfall, Agile, or Hybrid), all software processes comprise four core activities:</a:t>
            </a:r>
          </a:p>
          <a:p>
            <a:r>
              <a:rPr lang="en-US" sz="2000" b="1"/>
              <a:t>Software Specification (Requirements Engineering):</a:t>
            </a:r>
            <a:r>
              <a:rPr lang="en-US" sz="2000"/>
              <a:t> Defining what the system should do, its operational constraints, and the needs of software users and stakeholders.</a:t>
            </a:r>
          </a:p>
          <a:p>
            <a:r>
              <a:rPr lang="en-US" sz="2000" b="1"/>
              <a:t>Software Design and Implementation:</a:t>
            </a:r>
            <a:r>
              <a:rPr lang="en-US" sz="2000"/>
              <a:t> Engineering the architecture, data structures, and code logic to produce an executable software system according to specification.</a:t>
            </a:r>
          </a:p>
          <a:p>
            <a:r>
              <a:rPr lang="en-US" sz="2000" b="1"/>
              <a:t>Software Validation:</a:t>
            </a:r>
            <a:r>
              <a:rPr lang="en-US" sz="2000"/>
              <a:t> Verifying and testing the software to ensure that it operates correctly and conforms to customer expectations.</a:t>
            </a:r>
          </a:p>
          <a:p>
            <a:r>
              <a:rPr lang="en-US" sz="2000" b="1"/>
              <a:t>Software Evolution:</a:t>
            </a:r>
            <a:r>
              <a:rPr lang="en-US" sz="2000"/>
              <a:t> Modifying, updating, and extending the software over time to adapt to changing user requirements, market conditions, and technology environments.</a:t>
            </a:r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0335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A1029-D16A-71BF-9D63-A4806595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1116D-1797-2C4A-9C2D-E941325DB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/>
              <a:t>4. Practical Example</a:t>
            </a:r>
          </a:p>
          <a:p>
            <a:r>
              <a:rPr lang="en-US" sz="1700"/>
              <a:t>Consider developing a </a:t>
            </a:r>
            <a:r>
              <a:rPr lang="en-US" sz="1700" b="1"/>
              <a:t>Mobile Banking Application</a:t>
            </a:r>
            <a:r>
              <a:rPr lang="en-US" sz="1700"/>
              <a:t>:</a:t>
            </a:r>
          </a:p>
          <a:p>
            <a:pPr lvl="0"/>
            <a:r>
              <a:rPr lang="en-US" sz="1700" b="1"/>
              <a:t>Specification:</a:t>
            </a:r>
            <a:r>
              <a:rPr lang="en-US" sz="1700"/>
              <a:t> Engineers gather requirements from bank regulators and customers (e.g., login security, account balance display, wire transfers).</a:t>
            </a:r>
          </a:p>
          <a:p>
            <a:pPr lvl="0"/>
            <a:r>
              <a:rPr lang="en-US" sz="1700" b="1"/>
              <a:t>Design &amp; Implementation:</a:t>
            </a:r>
            <a:r>
              <a:rPr lang="en-US" sz="1700"/>
              <a:t> Software architects design secure database schemas and REST APIs while mobile developers write code in Swift/Kotlin.</a:t>
            </a:r>
          </a:p>
          <a:p>
            <a:pPr lvl="0"/>
            <a:r>
              <a:rPr lang="en-US" sz="1700" b="1"/>
              <a:t>Validation:</a:t>
            </a:r>
            <a:r>
              <a:rPr lang="en-US" sz="1700"/>
              <a:t> Quality assurance (QA) teams run automated security checks, unit tests, and user-acceptance testing (UAT) to confirm transfers occur accurately.</a:t>
            </a:r>
          </a:p>
          <a:p>
            <a:pPr lvl="0"/>
            <a:r>
              <a:rPr lang="en-US" sz="1700" b="1"/>
              <a:t>Evolution:</a:t>
            </a:r>
            <a:r>
              <a:rPr lang="en-US" sz="1700"/>
              <a:t> Post-launch, the development team releases updates to support biometric authentication (Face ID) or new tax reporting laws.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81614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D6AD2-FC8B-7AD6-8AA1-2BA0EB59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C9DEF-09F1-B630-6ABC-BA7A8F8C8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Part 2 : Software Process Models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CAFA6-B88A-8BD8-9028-F940D649D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70153" y="1526033"/>
                <a:ext cx="5536397" cy="39352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/>
                  <a:t>1. Waterfall Model</a:t>
                </a:r>
              </a:p>
              <a:p>
                <a:pPr lvl="0"/>
                <a:r>
                  <a:rPr lang="en-US" sz="1800" b="1"/>
                  <a:t>Basic Idea:</a:t>
                </a:r>
                <a:r>
                  <a:rPr lang="en-US" sz="1800"/>
                  <a:t> A classic plan-driven model where software development flows sequentially through distinct phases.</a:t>
                </a:r>
              </a:p>
              <a:p>
                <a:pPr lvl="0"/>
                <a:r>
                  <a:rPr lang="en-US" sz="1800" b="1"/>
                  <a:t>Work Progression:</a:t>
                </a:r>
                <a:r>
                  <a:rPr lang="en-US" sz="1800"/>
                  <a:t> Work moves strictly step-by-step: Requirements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/>
                  <a:t>System/Software Design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/>
                  <a:t>Implementation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/>
                  <a:t>Integration &amp; System Testing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/>
                  <a:t>Operation &amp; Maintenance. A phase must be formally completed and documented before the next phase begins.</a:t>
                </a:r>
              </a:p>
              <a:p>
                <a:pPr lvl="0"/>
                <a:r>
                  <a:rPr lang="en-US" sz="1800" b="1"/>
                  <a:t>Appropriate Projects:</a:t>
                </a:r>
                <a:r>
                  <a:rPr lang="en-US" sz="1800"/>
                  <a:t> Large engineering projects, safety-critical systems (e.g., flight control software, medical devices), and embedded systems with stable, upfront requirements.</a:t>
                </a:r>
              </a:p>
              <a:p>
                <a:endParaRPr lang="en-US" sz="18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CAFA6-B88A-8BD8-9028-F940D649D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70153" y="1526033"/>
                <a:ext cx="5536397" cy="3935281"/>
              </a:xfrm>
              <a:blipFill>
                <a:blip r:embed="rId2"/>
                <a:stretch>
                  <a:fillRect l="-991" t="-1393" b="-2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24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CA975A78-1DC5-E673-9B79-B246829A5C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237575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6317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E08EF-BFC2-F003-5B7D-8ADD8EA6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4E9D082B-0072-6199-A6A2-332EABFA8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896753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545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9315A-92B4-1958-AA3B-31463CD4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2C0425B-F9EC-C833-E349-BC197E45E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F0C6D9F-0118-1A78-E16E-83AFBF20C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C0F89684-F6EC-9493-AA63-1C493149C0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259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78787-0C1C-2309-05EF-79C5127EA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440E14D6-330D-B49C-B703-FCDF79BA0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81618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8214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8059B-C5D8-A235-2E13-82C49FFA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12FF93-2AF6-A300-3CA1-7F2C2F2F9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7879179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9189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960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 Math</vt:lpstr>
      <vt:lpstr>Office Theme</vt:lpstr>
      <vt:lpstr>Software Process in Software Engineering</vt:lpstr>
      <vt:lpstr>Part 1: What is Software Process?</vt:lpstr>
      <vt:lpstr>PowerPoint Presentation</vt:lpstr>
      <vt:lpstr>PowerPoint Presentation</vt:lpstr>
      <vt:lpstr>PowerPoint Presentation</vt:lpstr>
      <vt:lpstr>Part 2 : Software Process Models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Alva, Yino</dc:creator>
  <cp:lastModifiedBy>Alva, Yino</cp:lastModifiedBy>
  <cp:revision>1</cp:revision>
  <dcterms:created xsi:type="dcterms:W3CDTF">2026-10-17T20:41:51Z</dcterms:created>
  <dcterms:modified xsi:type="dcterms:W3CDTF">2026-10-17T20:59:01Z</dcterms:modified>
</cp:coreProperties>
</file>