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2" r:id="rId5"/>
    <p:sldId id="260" r:id="rId6"/>
    <p:sldId id="259" r:id="rId7"/>
    <p:sldId id="261" r:id="rId8"/>
    <p:sldId id="262" r:id="rId9"/>
    <p:sldId id="273" r:id="rId10"/>
    <p:sldId id="263" r:id="rId11"/>
    <p:sldId id="264" r:id="rId12"/>
    <p:sldId id="265" r:id="rId13"/>
    <p:sldId id="266" r:id="rId14"/>
    <p:sldId id="274" r:id="rId15"/>
    <p:sldId id="267" r:id="rId16"/>
    <p:sldId id="268" r:id="rId17"/>
    <p:sldId id="269" r:id="rId18"/>
    <p:sldId id="270" r:id="rId19"/>
    <p:sldId id="271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5DEE8-AF7E-4983-9A1A-D87FA921AD27}" v="48" dt="2026-10-03T00:16:03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>
        <p:scale>
          <a:sx n="58" d="100"/>
          <a:sy n="58" d="100"/>
        </p:scale>
        <p:origin x="988" y="3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, Yino" userId="38f0b612-f79a-4792-8216-9b24e8e28507" providerId="ADAL" clId="{38B63EF4-3A5B-440F-A221-BB65635FC649}"/>
    <pc:docChg chg="undo redo custSel addSld delSld modSld sldOrd">
      <pc:chgData name="Alva, Yino" userId="38f0b612-f79a-4792-8216-9b24e8e28507" providerId="ADAL" clId="{38B63EF4-3A5B-440F-A221-BB65635FC649}" dt="2026-10-03T01:08:00.356" v="573" actId="113"/>
      <pc:docMkLst>
        <pc:docMk/>
      </pc:docMkLst>
      <pc:sldChg chg="addSp modSp mod setBg addAnim">
        <pc:chgData name="Alva, Yino" userId="38f0b612-f79a-4792-8216-9b24e8e28507" providerId="ADAL" clId="{38B63EF4-3A5B-440F-A221-BB65635FC649}" dt="2026-10-01T23:19:44.537" v="422"/>
        <pc:sldMkLst>
          <pc:docMk/>
          <pc:sldMk cId="505929634" sldId="256"/>
        </pc:sldMkLst>
        <pc:spChg chg="mo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2" creationId="{E3CB2CFD-F87A-D53D-CF4A-76618AC871F9}"/>
          </ac:spMkLst>
        </pc:spChg>
        <pc:spChg chg="mo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3" creationId="{3B7E09CA-0AA7-616D-48D9-C7D6B356D12D}"/>
          </ac:spMkLst>
        </pc:spChg>
        <pc:spChg chg="ad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8" creationId="{0E30439A-8A5B-46EC-8283-9B6B031D40D0}"/>
          </ac:spMkLst>
        </pc:spChg>
        <pc:spChg chg="ad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10" creationId="{5CEAD642-85CF-4750-8432-7C80C901F001}"/>
          </ac:spMkLst>
        </pc:spChg>
        <pc:spChg chg="ad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12" creationId="{FA33EEAE-15D5-4119-8C1E-89D943F911EF}"/>
          </ac:spMkLst>
        </pc:spChg>
        <pc:spChg chg="ad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14" creationId="{730D8B3B-9B80-4025-B934-26DC7D7CD231}"/>
          </ac:spMkLst>
        </pc:spChg>
        <pc:spChg chg="ad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16" creationId="{B5A1B09C-1565-46F8-B70F-621C5EB48A09}"/>
          </ac:spMkLst>
        </pc:spChg>
        <pc:spChg chg="ad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18" creationId="{8C516CC8-80AC-446C-A56E-9F54B7210402}"/>
          </ac:spMkLst>
        </pc:spChg>
        <pc:spChg chg="add">
          <ac:chgData name="Alva, Yino" userId="38f0b612-f79a-4792-8216-9b24e8e28507" providerId="ADAL" clId="{38B63EF4-3A5B-440F-A221-BB65635FC649}" dt="2026-10-01T23:19:44.506" v="420" actId="26606"/>
          <ac:spMkLst>
            <pc:docMk/>
            <pc:sldMk cId="505929634" sldId="256"/>
            <ac:spMk id="20" creationId="{53947E58-F088-49F1-A3D1-DEA690192E84}"/>
          </ac:spMkLst>
        </pc:spChg>
      </pc:sldChg>
      <pc:sldChg chg="addSp modSp mod setBg">
        <pc:chgData name="Alva, Yino" userId="38f0b612-f79a-4792-8216-9b24e8e28507" providerId="ADAL" clId="{38B63EF4-3A5B-440F-A221-BB65635FC649}" dt="2026-10-02T22:58:07.313" v="447" actId="27636"/>
        <pc:sldMkLst>
          <pc:docMk/>
          <pc:sldMk cId="3721920053" sldId="257"/>
        </pc:sldMkLst>
        <pc:spChg chg="mod">
          <ac:chgData name="Alva, Yino" userId="38f0b612-f79a-4792-8216-9b24e8e28507" providerId="ADAL" clId="{38B63EF4-3A5B-440F-A221-BB65635FC649}" dt="2026-10-01T23:19:52.239" v="423" actId="26606"/>
          <ac:spMkLst>
            <pc:docMk/>
            <pc:sldMk cId="3721920053" sldId="257"/>
            <ac:spMk id="2" creationId="{0BB01846-08DC-8972-AF1C-39DF2B8F6D66}"/>
          </ac:spMkLst>
        </pc:spChg>
        <pc:spChg chg="mod">
          <ac:chgData name="Alva, Yino" userId="38f0b612-f79a-4792-8216-9b24e8e28507" providerId="ADAL" clId="{38B63EF4-3A5B-440F-A221-BB65635FC649}" dt="2026-10-02T22:58:07.313" v="447" actId="27636"/>
          <ac:spMkLst>
            <pc:docMk/>
            <pc:sldMk cId="3721920053" sldId="257"/>
            <ac:spMk id="3" creationId="{84644102-0179-30BB-D8FB-A089F08277F0}"/>
          </ac:spMkLst>
        </pc:spChg>
        <pc:spChg chg="add">
          <ac:chgData name="Alva, Yino" userId="38f0b612-f79a-4792-8216-9b24e8e28507" providerId="ADAL" clId="{38B63EF4-3A5B-440F-A221-BB65635FC649}" dt="2026-10-01T23:19:52.239" v="423" actId="26606"/>
          <ac:spMkLst>
            <pc:docMk/>
            <pc:sldMk cId="3721920053" sldId="257"/>
            <ac:spMk id="9" creationId="{12609869-9E80-471B-A487-A53288E0E791}"/>
          </ac:spMkLst>
        </pc:spChg>
        <pc:spChg chg="add">
          <ac:chgData name="Alva, Yino" userId="38f0b612-f79a-4792-8216-9b24e8e28507" providerId="ADAL" clId="{38B63EF4-3A5B-440F-A221-BB65635FC649}" dt="2026-10-01T23:19:52.239" v="423" actId="26606"/>
          <ac:spMkLst>
            <pc:docMk/>
            <pc:sldMk cId="3721920053" sldId="257"/>
            <ac:spMk id="11" creationId="{7004738A-9D34-43E8-97D2-CA0EED4F8BE0}"/>
          </ac:spMkLst>
        </pc:spChg>
        <pc:spChg chg="add">
          <ac:chgData name="Alva, Yino" userId="38f0b612-f79a-4792-8216-9b24e8e28507" providerId="ADAL" clId="{38B63EF4-3A5B-440F-A221-BB65635FC649}" dt="2026-10-01T23:19:52.239" v="423" actId="26606"/>
          <ac:spMkLst>
            <pc:docMk/>
            <pc:sldMk cId="3721920053" sldId="257"/>
            <ac:spMk id="13" creationId="{B8B8D07F-F13E-443E-BA68-2D26672D76B9}"/>
          </ac:spMkLst>
        </pc:spChg>
        <pc:spChg chg="add">
          <ac:chgData name="Alva, Yino" userId="38f0b612-f79a-4792-8216-9b24e8e28507" providerId="ADAL" clId="{38B63EF4-3A5B-440F-A221-BB65635FC649}" dt="2026-10-01T23:19:52.239" v="423" actId="26606"/>
          <ac:spMkLst>
            <pc:docMk/>
            <pc:sldMk cId="3721920053" sldId="257"/>
            <ac:spMk id="15" creationId="{2813A4FA-24A5-41ED-A534-3807D1B2F344}"/>
          </ac:spMkLst>
        </pc:spChg>
        <pc:spChg chg="add">
          <ac:chgData name="Alva, Yino" userId="38f0b612-f79a-4792-8216-9b24e8e28507" providerId="ADAL" clId="{38B63EF4-3A5B-440F-A221-BB65635FC649}" dt="2026-10-01T23:19:52.239" v="423" actId="26606"/>
          <ac:spMkLst>
            <pc:docMk/>
            <pc:sldMk cId="3721920053" sldId="257"/>
            <ac:spMk id="17" creationId="{C3944F27-CA70-4E84-A51A-E6BF89558979}"/>
          </ac:spMkLst>
        </pc:spChg>
        <pc:picChg chg="add mod">
          <ac:chgData name="Alva, Yino" userId="38f0b612-f79a-4792-8216-9b24e8e28507" providerId="ADAL" clId="{38B63EF4-3A5B-440F-A221-BB65635FC649}" dt="2026-10-01T23:19:52.239" v="423" actId="26606"/>
          <ac:picMkLst>
            <pc:docMk/>
            <pc:sldMk cId="3721920053" sldId="257"/>
            <ac:picMk id="4" creationId="{C05D4BF8-679B-CF50-322C-43B4BFE83BBA}"/>
          </ac:picMkLst>
        </pc:picChg>
      </pc:sldChg>
      <pc:sldChg chg="addSp delSp modSp mod setBg">
        <pc:chgData name="Alva, Yino" userId="38f0b612-f79a-4792-8216-9b24e8e28507" providerId="ADAL" clId="{38B63EF4-3A5B-440F-A221-BB65635FC649}" dt="2026-10-01T23:19:57.811" v="424" actId="26606"/>
        <pc:sldMkLst>
          <pc:docMk/>
          <pc:sldMk cId="488063652" sldId="258"/>
        </pc:sldMkLst>
        <pc:spChg chg="mod">
          <ac:chgData name="Alva, Yino" userId="38f0b612-f79a-4792-8216-9b24e8e28507" providerId="ADAL" clId="{38B63EF4-3A5B-440F-A221-BB65635FC649}" dt="2026-10-01T23:19:57.811" v="424" actId="26606"/>
          <ac:spMkLst>
            <pc:docMk/>
            <pc:sldMk cId="488063652" sldId="258"/>
            <ac:spMk id="3" creationId="{DACCE4F5-330F-1D84-E250-60BE6CAE6293}"/>
          </ac:spMkLst>
        </pc:spChg>
        <pc:grpChg chg="add">
          <ac:chgData name="Alva, Yino" userId="38f0b612-f79a-4792-8216-9b24e8e28507" providerId="ADAL" clId="{38B63EF4-3A5B-440F-A221-BB65635FC649}" dt="2026-10-01T23:19:57.811" v="424" actId="26606"/>
          <ac:grpSpMkLst>
            <pc:docMk/>
            <pc:sldMk cId="488063652" sldId="258"/>
            <ac:grpSpMk id="9" creationId="{5EFBDE31-BB3E-6CFC-23CD-B5976DA38438}"/>
          </ac:grpSpMkLst>
        </pc:grpChg>
        <pc:picChg chg="add">
          <ac:chgData name="Alva, Yino" userId="38f0b612-f79a-4792-8216-9b24e8e28507" providerId="ADAL" clId="{38B63EF4-3A5B-440F-A221-BB65635FC649}" dt="2026-10-01T23:19:57.811" v="424" actId="26606"/>
          <ac:picMkLst>
            <pc:docMk/>
            <pc:sldMk cId="488063652" sldId="258"/>
            <ac:picMk id="5" creationId="{7FF5124E-E53F-07AE-9730-A98FC0937091}"/>
          </ac:picMkLst>
        </pc:picChg>
      </pc:sldChg>
      <pc:sldChg chg="addSp modSp new add del mod ord setBg">
        <pc:chgData name="Alva, Yino" userId="38f0b612-f79a-4792-8216-9b24e8e28507" providerId="ADAL" clId="{38B63EF4-3A5B-440F-A221-BB65635FC649}" dt="2026-10-02T23:48:39.162" v="536" actId="2696"/>
        <pc:sldMkLst>
          <pc:docMk/>
          <pc:sldMk cId="932216523" sldId="259"/>
        </pc:sldMkLst>
        <pc:spChg chg="mod">
          <ac:chgData name="Alva, Yino" userId="38f0b612-f79a-4792-8216-9b24e8e28507" providerId="ADAL" clId="{38B63EF4-3A5B-440F-A221-BB65635FC649}" dt="2026-10-01T23:20:20.936" v="428" actId="26606"/>
          <ac:spMkLst>
            <pc:docMk/>
            <pc:sldMk cId="932216523" sldId="259"/>
            <ac:spMk id="2" creationId="{322CCC85-7BA5-EE52-AE06-362199C123C3}"/>
          </ac:spMkLst>
        </pc:spChg>
        <pc:spChg chg="mod">
          <ac:chgData name="Alva, Yino" userId="38f0b612-f79a-4792-8216-9b24e8e28507" providerId="ADAL" clId="{38B63EF4-3A5B-440F-A221-BB65635FC649}" dt="2026-10-01T23:20:20.936" v="428" actId="26606"/>
          <ac:spMkLst>
            <pc:docMk/>
            <pc:sldMk cId="932216523" sldId="259"/>
            <ac:spMk id="3" creationId="{EF70F5B3-6579-D79E-C7F8-73E0CC2C1E05}"/>
          </ac:spMkLst>
        </pc:spChg>
        <pc:spChg chg="add">
          <ac:chgData name="Alva, Yino" userId="38f0b612-f79a-4792-8216-9b24e8e28507" providerId="ADAL" clId="{38B63EF4-3A5B-440F-A221-BB65635FC649}" dt="2026-10-01T23:20:20.936" v="428" actId="26606"/>
          <ac:spMkLst>
            <pc:docMk/>
            <pc:sldMk cId="932216523" sldId="259"/>
            <ac:spMk id="9" creationId="{3ECBE1F1-D69B-4AFA-ABD5-8E41720EF6DE}"/>
          </ac:spMkLst>
        </pc:spChg>
        <pc:spChg chg="add">
          <ac:chgData name="Alva, Yino" userId="38f0b612-f79a-4792-8216-9b24e8e28507" providerId="ADAL" clId="{38B63EF4-3A5B-440F-A221-BB65635FC649}" dt="2026-10-01T23:20:20.936" v="428" actId="26606"/>
          <ac:spMkLst>
            <pc:docMk/>
            <pc:sldMk cId="932216523" sldId="259"/>
            <ac:spMk id="11" creationId="{603A6265-E10C-4B85-9C20-E75FCAF9CC63}"/>
          </ac:spMkLst>
        </pc:spChg>
        <pc:picChg chg="add">
          <ac:chgData name="Alva, Yino" userId="38f0b612-f79a-4792-8216-9b24e8e28507" providerId="ADAL" clId="{38B63EF4-3A5B-440F-A221-BB65635FC649}" dt="2026-10-01T23:20:20.936" v="428" actId="26606"/>
          <ac:picMkLst>
            <pc:docMk/>
            <pc:sldMk cId="932216523" sldId="259"/>
            <ac:picMk id="5" creationId="{E1818F7B-34FE-B0F6-093A-AA1CC6C00CC7}"/>
          </ac:picMkLst>
        </pc:picChg>
      </pc:sldChg>
      <pc:sldChg chg="addSp modSp add mod setBg addAnim">
        <pc:chgData name="Alva, Yino" userId="38f0b612-f79a-4792-8216-9b24e8e28507" providerId="ADAL" clId="{38B63EF4-3A5B-440F-A221-BB65635FC649}" dt="2026-10-01T23:20:10.444" v="427"/>
        <pc:sldMkLst>
          <pc:docMk/>
          <pc:sldMk cId="1895708553" sldId="260"/>
        </pc:sldMkLst>
        <pc:spChg chg="mo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2" creationId="{294771B8-005A-B6AF-9941-1B6F6A0A0A4C}"/>
          </ac:spMkLst>
        </pc:spChg>
        <pc:spChg chg="mo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3" creationId="{C11FFD2F-28B3-01ED-BA38-5A57500F7F00}"/>
          </ac:spMkLst>
        </pc:spChg>
        <pc:spChg chg="ad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8" creationId="{0E30439A-8A5B-46EC-8283-9B6B031D40D0}"/>
          </ac:spMkLst>
        </pc:spChg>
        <pc:spChg chg="ad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10" creationId="{5CEAD642-85CF-4750-8432-7C80C901F001}"/>
          </ac:spMkLst>
        </pc:spChg>
        <pc:spChg chg="ad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12" creationId="{FA33EEAE-15D5-4119-8C1E-89D943F911EF}"/>
          </ac:spMkLst>
        </pc:spChg>
        <pc:spChg chg="ad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14" creationId="{730D8B3B-9B80-4025-B934-26DC7D7CD231}"/>
          </ac:spMkLst>
        </pc:spChg>
        <pc:spChg chg="ad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16" creationId="{B5A1B09C-1565-46F8-B70F-621C5EB48A09}"/>
          </ac:spMkLst>
        </pc:spChg>
        <pc:spChg chg="ad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18" creationId="{8C516CC8-80AC-446C-A56E-9F54B7210402}"/>
          </ac:spMkLst>
        </pc:spChg>
        <pc:spChg chg="add">
          <ac:chgData name="Alva, Yino" userId="38f0b612-f79a-4792-8216-9b24e8e28507" providerId="ADAL" clId="{38B63EF4-3A5B-440F-A221-BB65635FC649}" dt="2026-10-01T23:20:10.428" v="425" actId="26606"/>
          <ac:spMkLst>
            <pc:docMk/>
            <pc:sldMk cId="1895708553" sldId="260"/>
            <ac:spMk id="20" creationId="{53947E58-F088-49F1-A3D1-DEA690192E84}"/>
          </ac:spMkLst>
        </pc:spChg>
      </pc:sldChg>
      <pc:sldChg chg="addSp modSp new mod setBg">
        <pc:chgData name="Alva, Yino" userId="38f0b612-f79a-4792-8216-9b24e8e28507" providerId="ADAL" clId="{38B63EF4-3A5B-440F-A221-BB65635FC649}" dt="2026-10-01T23:20:42.591" v="429" actId="26606"/>
        <pc:sldMkLst>
          <pc:docMk/>
          <pc:sldMk cId="1000939466" sldId="261"/>
        </pc:sldMkLst>
        <pc:spChg chg="mod">
          <ac:chgData name="Alva, Yino" userId="38f0b612-f79a-4792-8216-9b24e8e28507" providerId="ADAL" clId="{38B63EF4-3A5B-440F-A221-BB65635FC649}" dt="2026-10-01T23:20:42.591" v="429" actId="26606"/>
          <ac:spMkLst>
            <pc:docMk/>
            <pc:sldMk cId="1000939466" sldId="261"/>
            <ac:spMk id="2" creationId="{D8159C5E-42FC-09E9-3BD1-677E668E2AE1}"/>
          </ac:spMkLst>
        </pc:spChg>
        <pc:spChg chg="mod">
          <ac:chgData name="Alva, Yino" userId="38f0b612-f79a-4792-8216-9b24e8e28507" providerId="ADAL" clId="{38B63EF4-3A5B-440F-A221-BB65635FC649}" dt="2026-10-01T23:20:42.591" v="429" actId="26606"/>
          <ac:spMkLst>
            <pc:docMk/>
            <pc:sldMk cId="1000939466" sldId="261"/>
            <ac:spMk id="3" creationId="{9ECF8DD4-AD58-5C13-807D-0E5675C4BEC9}"/>
          </ac:spMkLst>
        </pc:spChg>
        <pc:spChg chg="add">
          <ac:chgData name="Alva, Yino" userId="38f0b612-f79a-4792-8216-9b24e8e28507" providerId="ADAL" clId="{38B63EF4-3A5B-440F-A221-BB65635FC649}" dt="2026-10-01T23:20:42.591" v="429" actId="26606"/>
          <ac:spMkLst>
            <pc:docMk/>
            <pc:sldMk cId="1000939466" sldId="261"/>
            <ac:spMk id="9" creationId="{9F7D5CDA-D291-4307-BF55-1381FED29634}"/>
          </ac:spMkLst>
        </pc:spChg>
        <pc:picChg chg="add">
          <ac:chgData name="Alva, Yino" userId="38f0b612-f79a-4792-8216-9b24e8e28507" providerId="ADAL" clId="{38B63EF4-3A5B-440F-A221-BB65635FC649}" dt="2026-10-01T23:20:42.591" v="429" actId="26606"/>
          <ac:picMkLst>
            <pc:docMk/>
            <pc:sldMk cId="1000939466" sldId="261"/>
            <ac:picMk id="5" creationId="{83C9A297-6365-2B23-9D96-07B2FD1CBB49}"/>
          </ac:picMkLst>
        </pc:picChg>
      </pc:sldChg>
      <pc:sldChg chg="addSp delSp modSp new mod setBg">
        <pc:chgData name="Alva, Yino" userId="38f0b612-f79a-4792-8216-9b24e8e28507" providerId="ADAL" clId="{38B63EF4-3A5B-440F-A221-BB65635FC649}" dt="2026-10-01T23:21:22.998" v="440" actId="26606"/>
        <pc:sldMkLst>
          <pc:docMk/>
          <pc:sldMk cId="3075207820" sldId="262"/>
        </pc:sldMkLst>
        <pc:spChg chg="mod">
          <ac:chgData name="Alva, Yino" userId="38f0b612-f79a-4792-8216-9b24e8e28507" providerId="ADAL" clId="{38B63EF4-3A5B-440F-A221-BB65635FC649}" dt="2026-10-01T23:21:04.691" v="434" actId="26606"/>
          <ac:spMkLst>
            <pc:docMk/>
            <pc:sldMk cId="3075207820" sldId="262"/>
            <ac:spMk id="2" creationId="{C6BFB684-317D-C353-0B83-B215F33AEFB0}"/>
          </ac:spMkLst>
        </pc:spChg>
        <pc:spChg chg="add">
          <ac:chgData name="Alva, Yino" userId="38f0b612-f79a-4792-8216-9b24e8e28507" providerId="ADAL" clId="{38B63EF4-3A5B-440F-A221-BB65635FC649}" dt="2026-10-01T23:21:22.998" v="440" actId="26606"/>
          <ac:spMkLst>
            <pc:docMk/>
            <pc:sldMk cId="3075207820" sldId="262"/>
            <ac:spMk id="24" creationId="{D1D34770-47A8-402C-AF23-2B653F2D88C1}"/>
          </ac:spMkLst>
        </pc:spChg>
        <pc:graphicFrameChg chg="add mod ord modGraphic">
          <ac:chgData name="Alva, Yino" userId="38f0b612-f79a-4792-8216-9b24e8e28507" providerId="ADAL" clId="{38B63EF4-3A5B-440F-A221-BB65635FC649}" dt="2026-10-01T23:21:22.998" v="440" actId="26606"/>
          <ac:graphicFrameMkLst>
            <pc:docMk/>
            <pc:sldMk cId="3075207820" sldId="262"/>
            <ac:graphicFrameMk id="17" creationId="{684CE812-41CF-DFEE-8A63-81007CDCDB75}"/>
          </ac:graphicFrameMkLst>
        </pc:graphicFrameChg>
        <pc:picChg chg="add mod">
          <ac:chgData name="Alva, Yino" userId="38f0b612-f79a-4792-8216-9b24e8e28507" providerId="ADAL" clId="{38B63EF4-3A5B-440F-A221-BB65635FC649}" dt="2026-10-01T23:21:22.998" v="440" actId="26606"/>
          <ac:picMkLst>
            <pc:docMk/>
            <pc:sldMk cId="3075207820" sldId="262"/>
            <ac:picMk id="7" creationId="{B5BD886A-F302-3C43-E9E6-191DEB23CCDB}"/>
          </ac:picMkLst>
        </pc:picChg>
      </pc:sldChg>
      <pc:sldChg chg="addSp modSp add mod setBg addAnim">
        <pc:chgData name="Alva, Yino" userId="38f0b612-f79a-4792-8216-9b24e8e28507" providerId="ADAL" clId="{38B63EF4-3A5B-440F-A221-BB65635FC649}" dt="2026-10-01T23:21:29.334" v="443"/>
        <pc:sldMkLst>
          <pc:docMk/>
          <pc:sldMk cId="2697305890" sldId="263"/>
        </pc:sldMkLst>
        <pc:spChg chg="mo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2" creationId="{8E148B4D-41EC-9F92-3174-3559359F658C}"/>
          </ac:spMkLst>
        </pc:spChg>
        <pc:spChg chg="mo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3" creationId="{0D4136EC-0A75-04A6-4C63-63B6D7C1A068}"/>
          </ac:spMkLst>
        </pc:spChg>
        <pc:spChg chg="ad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8" creationId="{577D6B2E-37A3-429E-A37C-F30ED6487282}"/>
          </ac:spMkLst>
        </pc:spChg>
        <pc:spChg chg="ad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10" creationId="{5CEAD642-85CF-4750-8432-7C80C901F001}"/>
          </ac:spMkLst>
        </pc:spChg>
        <pc:spChg chg="ad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12" creationId="{FA33EEAE-15D5-4119-8C1E-89D943F911EF}"/>
          </ac:spMkLst>
        </pc:spChg>
        <pc:spChg chg="ad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14" creationId="{730D8B3B-9B80-4025-B934-26DC7D7CD231}"/>
          </ac:spMkLst>
        </pc:spChg>
        <pc:spChg chg="ad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16" creationId="{1064D5D5-227B-4F66-9AEA-46F570E793BD}"/>
          </ac:spMkLst>
        </pc:spChg>
        <pc:spChg chg="ad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18" creationId="{646B67A4-D328-4747-A82B-65E84FA46368}"/>
          </ac:spMkLst>
        </pc:spChg>
        <pc:spChg chg="ad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20" creationId="{B5A1B09C-1565-46F8-B70F-621C5EB48A09}"/>
          </ac:spMkLst>
        </pc:spChg>
        <pc:spChg chg="add">
          <ac:chgData name="Alva, Yino" userId="38f0b612-f79a-4792-8216-9b24e8e28507" providerId="ADAL" clId="{38B63EF4-3A5B-440F-A221-BB65635FC649}" dt="2026-10-01T23:21:29.334" v="441" actId="26606"/>
          <ac:spMkLst>
            <pc:docMk/>
            <pc:sldMk cId="2697305890" sldId="263"/>
            <ac:spMk id="22" creationId="{8C516CC8-80AC-446C-A56E-9F54B7210402}"/>
          </ac:spMkLst>
        </pc:spChg>
      </pc:sldChg>
      <pc:sldChg chg="addSp delSp modSp new mod setBg">
        <pc:chgData name="Alva, Yino" userId="38f0b612-f79a-4792-8216-9b24e8e28507" providerId="ADAL" clId="{38B63EF4-3A5B-440F-A221-BB65635FC649}" dt="2026-10-03T00:18:16.035" v="542" actId="20577"/>
        <pc:sldMkLst>
          <pc:docMk/>
          <pc:sldMk cId="784998824" sldId="264"/>
        </pc:sldMkLst>
        <pc:spChg chg="mod">
          <ac:chgData name="Alva, Yino" userId="38f0b612-f79a-4792-8216-9b24e8e28507" providerId="ADAL" clId="{38B63EF4-3A5B-440F-A221-BB65635FC649}" dt="2026-10-01T23:21:39.780" v="444" actId="26606"/>
          <ac:spMkLst>
            <pc:docMk/>
            <pc:sldMk cId="784998824" sldId="264"/>
            <ac:spMk id="2" creationId="{5AFDA10D-EE7E-C990-FF78-7CC3A5CF6954}"/>
          </ac:spMkLst>
        </pc:spChg>
        <pc:spChg chg="add del mod">
          <ac:chgData name="Alva, Yino" userId="38f0b612-f79a-4792-8216-9b24e8e28507" providerId="ADAL" clId="{38B63EF4-3A5B-440F-A221-BB65635FC649}" dt="2026-10-03T00:16:04.658" v="539"/>
          <ac:spMkLst>
            <pc:docMk/>
            <pc:sldMk cId="784998824" sldId="264"/>
            <ac:spMk id="3" creationId="{A7B05693-64B6-DE8F-E1EE-00C192BB1FF8}"/>
          </ac:spMkLst>
        </pc:spChg>
        <pc:spChg chg="add">
          <ac:chgData name="Alva, Yino" userId="38f0b612-f79a-4792-8216-9b24e8e28507" providerId="ADAL" clId="{38B63EF4-3A5B-440F-A221-BB65635FC649}" dt="2026-10-01T23:21:39.780" v="444" actId="26606"/>
          <ac:spMkLst>
            <pc:docMk/>
            <pc:sldMk cId="784998824" sldId="264"/>
            <ac:spMk id="9" creationId="{BACC6370-2D7E-4714-9D71-7542949D7D5D}"/>
          </ac:spMkLst>
        </pc:spChg>
        <pc:spChg chg="add">
          <ac:chgData name="Alva, Yino" userId="38f0b612-f79a-4792-8216-9b24e8e28507" providerId="ADAL" clId="{38B63EF4-3A5B-440F-A221-BB65635FC649}" dt="2026-10-01T23:21:39.780" v="444" actId="26606"/>
          <ac:spMkLst>
            <pc:docMk/>
            <pc:sldMk cId="784998824" sldId="264"/>
            <ac:spMk id="11" creationId="{F68B3F68-107C-434F-AA38-110D5EA91B85}"/>
          </ac:spMkLst>
        </pc:spChg>
        <pc:spChg chg="add">
          <ac:chgData name="Alva, Yino" userId="38f0b612-f79a-4792-8216-9b24e8e28507" providerId="ADAL" clId="{38B63EF4-3A5B-440F-A221-BB65635FC649}" dt="2026-10-01T23:21:39.780" v="444" actId="26606"/>
          <ac:spMkLst>
            <pc:docMk/>
            <pc:sldMk cId="784998824" sldId="264"/>
            <ac:spMk id="13" creationId="{AAD0DBB9-1A4B-4391-81D4-CB19F9AB918A}"/>
          </ac:spMkLst>
        </pc:spChg>
        <pc:spChg chg="add">
          <ac:chgData name="Alva, Yino" userId="38f0b612-f79a-4792-8216-9b24e8e28507" providerId="ADAL" clId="{38B63EF4-3A5B-440F-A221-BB65635FC649}" dt="2026-10-01T23:21:39.780" v="444" actId="26606"/>
          <ac:spMkLst>
            <pc:docMk/>
            <pc:sldMk cId="784998824" sldId="264"/>
            <ac:spMk id="15" creationId="{063BBA22-50EA-4C4D-BE05-F1CE4E63AA56}"/>
          </ac:spMkLst>
        </pc:spChg>
        <pc:graphicFrameChg chg="add modGraphic">
          <ac:chgData name="Alva, Yino" userId="38f0b612-f79a-4792-8216-9b24e8e28507" providerId="ADAL" clId="{38B63EF4-3A5B-440F-A221-BB65635FC649}" dt="2026-10-03T00:18:16.035" v="542" actId="20577"/>
          <ac:graphicFrameMkLst>
            <pc:docMk/>
            <pc:sldMk cId="784998824" sldId="264"/>
            <ac:graphicFrameMk id="5" creationId="{A9BEA13E-B895-7781-AF7B-E0A46D053339}"/>
          </ac:graphicFrameMkLst>
        </pc:graphicFrameChg>
      </pc:sldChg>
      <pc:sldChg chg="addSp modSp new mod setBg">
        <pc:chgData name="Alva, Yino" userId="38f0b612-f79a-4792-8216-9b24e8e28507" providerId="ADAL" clId="{38B63EF4-3A5B-440F-A221-BB65635FC649}" dt="2026-10-02T22:56:14.418" v="445" actId="26606"/>
        <pc:sldMkLst>
          <pc:docMk/>
          <pc:sldMk cId="1367042192" sldId="265"/>
        </pc:sldMkLst>
        <pc:spChg chg="mod">
          <ac:chgData name="Alva, Yino" userId="38f0b612-f79a-4792-8216-9b24e8e28507" providerId="ADAL" clId="{38B63EF4-3A5B-440F-A221-BB65635FC649}" dt="2026-10-02T22:56:14.418" v="445" actId="26606"/>
          <ac:spMkLst>
            <pc:docMk/>
            <pc:sldMk cId="1367042192" sldId="265"/>
            <ac:spMk id="2" creationId="{CEB28970-0407-6B79-F260-356DE441FEC7}"/>
          </ac:spMkLst>
        </pc:spChg>
        <pc:spChg chg="mod">
          <ac:chgData name="Alva, Yino" userId="38f0b612-f79a-4792-8216-9b24e8e28507" providerId="ADAL" clId="{38B63EF4-3A5B-440F-A221-BB65635FC649}" dt="2026-10-02T22:56:14.418" v="445" actId="26606"/>
          <ac:spMkLst>
            <pc:docMk/>
            <pc:sldMk cId="1367042192" sldId="265"/>
            <ac:spMk id="3" creationId="{DB3ACEA1-2BCD-AC03-EDA5-CA5F338607E5}"/>
          </ac:spMkLst>
        </pc:spChg>
        <pc:spChg chg="add">
          <ac:chgData name="Alva, Yino" userId="38f0b612-f79a-4792-8216-9b24e8e28507" providerId="ADAL" clId="{38B63EF4-3A5B-440F-A221-BB65635FC649}" dt="2026-10-02T22:56:14.418" v="445" actId="26606"/>
          <ac:spMkLst>
            <pc:docMk/>
            <pc:sldMk cId="1367042192" sldId="265"/>
            <ac:spMk id="9" creationId="{9F7D5CDA-D291-4307-BF55-1381FED29634}"/>
          </ac:spMkLst>
        </pc:spChg>
        <pc:spChg chg="add">
          <ac:chgData name="Alva, Yino" userId="38f0b612-f79a-4792-8216-9b24e8e28507" providerId="ADAL" clId="{38B63EF4-3A5B-440F-A221-BB65635FC649}" dt="2026-10-02T22:56:14.418" v="445" actId="26606"/>
          <ac:spMkLst>
            <pc:docMk/>
            <pc:sldMk cId="1367042192" sldId="265"/>
            <ac:spMk id="11" creationId="{59B296B9-C5A5-4E4F-9B60-C907B5F1466C}"/>
          </ac:spMkLst>
        </pc:spChg>
        <pc:spChg chg="add">
          <ac:chgData name="Alva, Yino" userId="38f0b612-f79a-4792-8216-9b24e8e28507" providerId="ADAL" clId="{38B63EF4-3A5B-440F-A221-BB65635FC649}" dt="2026-10-02T22:56:14.418" v="445" actId="26606"/>
          <ac:spMkLst>
            <pc:docMk/>
            <pc:sldMk cId="1367042192" sldId="265"/>
            <ac:spMk id="13" creationId="{D0300FD3-5AF1-6305-15FA-9078072672E2}"/>
          </ac:spMkLst>
        </pc:spChg>
        <pc:picChg chg="add">
          <ac:chgData name="Alva, Yino" userId="38f0b612-f79a-4792-8216-9b24e8e28507" providerId="ADAL" clId="{38B63EF4-3A5B-440F-A221-BB65635FC649}" dt="2026-10-02T22:56:14.418" v="445" actId="26606"/>
          <ac:picMkLst>
            <pc:docMk/>
            <pc:sldMk cId="1367042192" sldId="265"/>
            <ac:picMk id="5" creationId="{06B663E5-02C5-1371-20AB-E8152E78A63B}"/>
          </ac:picMkLst>
        </pc:picChg>
      </pc:sldChg>
      <pc:sldChg chg="addSp modSp new mod ord setBg">
        <pc:chgData name="Alva, Yino" userId="38f0b612-f79a-4792-8216-9b24e8e28507" providerId="ADAL" clId="{38B63EF4-3A5B-440F-A221-BB65635FC649}" dt="2026-10-02T22:59:32.697" v="448" actId="26606"/>
        <pc:sldMkLst>
          <pc:docMk/>
          <pc:sldMk cId="1826567068" sldId="266"/>
        </pc:sldMkLst>
        <pc:spChg chg="mod">
          <ac:chgData name="Alva, Yino" userId="38f0b612-f79a-4792-8216-9b24e8e28507" providerId="ADAL" clId="{38B63EF4-3A5B-440F-A221-BB65635FC649}" dt="2026-10-02T22:59:32.697" v="448" actId="26606"/>
          <ac:spMkLst>
            <pc:docMk/>
            <pc:sldMk cId="1826567068" sldId="266"/>
            <ac:spMk id="2" creationId="{F346E612-6EE5-243F-9580-FFDF2C311B9B}"/>
          </ac:spMkLst>
        </pc:spChg>
        <pc:spChg chg="mod">
          <ac:chgData name="Alva, Yino" userId="38f0b612-f79a-4792-8216-9b24e8e28507" providerId="ADAL" clId="{38B63EF4-3A5B-440F-A221-BB65635FC649}" dt="2026-10-02T22:59:32.697" v="448" actId="26606"/>
          <ac:spMkLst>
            <pc:docMk/>
            <pc:sldMk cId="1826567068" sldId="266"/>
            <ac:spMk id="3" creationId="{459AE413-5987-1F35-5B2E-9BB171F453A9}"/>
          </ac:spMkLst>
        </pc:spChg>
        <pc:spChg chg="add">
          <ac:chgData name="Alva, Yino" userId="38f0b612-f79a-4792-8216-9b24e8e28507" providerId="ADAL" clId="{38B63EF4-3A5B-440F-A221-BB65635FC649}" dt="2026-10-02T22:59:32.697" v="448" actId="26606"/>
          <ac:spMkLst>
            <pc:docMk/>
            <pc:sldMk cId="1826567068" sldId="266"/>
            <ac:spMk id="9" creationId="{AE3A741D-C19B-960A-5803-1C5887147820}"/>
          </ac:spMkLst>
        </pc:spChg>
        <pc:spChg chg="add">
          <ac:chgData name="Alva, Yino" userId="38f0b612-f79a-4792-8216-9b24e8e28507" providerId="ADAL" clId="{38B63EF4-3A5B-440F-A221-BB65635FC649}" dt="2026-10-02T22:59:32.697" v="448" actId="26606"/>
          <ac:spMkLst>
            <pc:docMk/>
            <pc:sldMk cId="1826567068" sldId="266"/>
            <ac:spMk id="11" creationId="{9C3A50E9-9119-7BC3-083B-2D84CCC78E47}"/>
          </ac:spMkLst>
        </pc:spChg>
        <pc:spChg chg="add">
          <ac:chgData name="Alva, Yino" userId="38f0b612-f79a-4792-8216-9b24e8e28507" providerId="ADAL" clId="{38B63EF4-3A5B-440F-A221-BB65635FC649}" dt="2026-10-02T22:59:32.697" v="448" actId="26606"/>
          <ac:spMkLst>
            <pc:docMk/>
            <pc:sldMk cId="1826567068" sldId="266"/>
            <ac:spMk id="13" creationId="{DC39DE25-0E4E-0AA7-0932-1D78C2372786}"/>
          </ac:spMkLst>
        </pc:spChg>
        <pc:spChg chg="add">
          <ac:chgData name="Alva, Yino" userId="38f0b612-f79a-4792-8216-9b24e8e28507" providerId="ADAL" clId="{38B63EF4-3A5B-440F-A221-BB65635FC649}" dt="2026-10-02T22:59:32.697" v="448" actId="26606"/>
          <ac:spMkLst>
            <pc:docMk/>
            <pc:sldMk cId="1826567068" sldId="266"/>
            <ac:spMk id="15" creationId="{8D6EA299-0840-6DEA-E670-C49AEBC87E89}"/>
          </ac:spMkLst>
        </pc:spChg>
        <pc:picChg chg="add">
          <ac:chgData name="Alva, Yino" userId="38f0b612-f79a-4792-8216-9b24e8e28507" providerId="ADAL" clId="{38B63EF4-3A5B-440F-A221-BB65635FC649}" dt="2026-10-02T22:59:32.697" v="448" actId="26606"/>
          <ac:picMkLst>
            <pc:docMk/>
            <pc:sldMk cId="1826567068" sldId="266"/>
            <ac:picMk id="5" creationId="{0EEC62A3-BD99-BE4B-F920-C46E13ED3655}"/>
          </ac:picMkLst>
        </pc:picChg>
      </pc:sldChg>
      <pc:sldChg chg="addSp modSp add mod ord setBg">
        <pc:chgData name="Alva, Yino" userId="38f0b612-f79a-4792-8216-9b24e8e28507" providerId="ADAL" clId="{38B63EF4-3A5B-440F-A221-BB65635FC649}" dt="2026-10-02T22:59:45.700" v="449" actId="26606"/>
        <pc:sldMkLst>
          <pc:docMk/>
          <pc:sldMk cId="3102608539" sldId="267"/>
        </pc:sldMkLst>
        <pc:spChg chg="mod">
          <ac:chgData name="Alva, Yino" userId="38f0b612-f79a-4792-8216-9b24e8e28507" providerId="ADAL" clId="{38B63EF4-3A5B-440F-A221-BB65635FC649}" dt="2026-10-02T22:59:45.700" v="449" actId="26606"/>
          <ac:spMkLst>
            <pc:docMk/>
            <pc:sldMk cId="3102608539" sldId="267"/>
            <ac:spMk id="2" creationId="{AEA764A4-F88C-7950-28BA-6B8CC574BF66}"/>
          </ac:spMkLst>
        </pc:spChg>
        <pc:spChg chg="mod">
          <ac:chgData name="Alva, Yino" userId="38f0b612-f79a-4792-8216-9b24e8e28507" providerId="ADAL" clId="{38B63EF4-3A5B-440F-A221-BB65635FC649}" dt="2026-10-02T22:59:45.700" v="449" actId="26606"/>
          <ac:spMkLst>
            <pc:docMk/>
            <pc:sldMk cId="3102608539" sldId="267"/>
            <ac:spMk id="3" creationId="{5723684A-B4DE-BA1C-8924-DCA9578168FE}"/>
          </ac:spMkLst>
        </pc:spChg>
        <pc:spChg chg="add">
          <ac:chgData name="Alva, Yino" userId="38f0b612-f79a-4792-8216-9b24e8e28507" providerId="ADAL" clId="{38B63EF4-3A5B-440F-A221-BB65635FC649}" dt="2026-10-02T22:59:45.700" v="449" actId="26606"/>
          <ac:spMkLst>
            <pc:docMk/>
            <pc:sldMk cId="3102608539" sldId="267"/>
            <ac:spMk id="8" creationId="{6F5A5072-7B47-4D32-B52A-4EBBF590B8A5}"/>
          </ac:spMkLst>
        </pc:spChg>
        <pc:spChg chg="add">
          <ac:chgData name="Alva, Yino" userId="38f0b612-f79a-4792-8216-9b24e8e28507" providerId="ADAL" clId="{38B63EF4-3A5B-440F-A221-BB65635FC649}" dt="2026-10-02T22:59:45.700" v="449" actId="26606"/>
          <ac:spMkLst>
            <pc:docMk/>
            <pc:sldMk cId="3102608539" sldId="267"/>
            <ac:spMk id="10" creationId="{9715DAF0-AE1B-46C9-8A6B-DB2AA05AB91D}"/>
          </ac:spMkLst>
        </pc:spChg>
        <pc:spChg chg="add">
          <ac:chgData name="Alva, Yino" userId="38f0b612-f79a-4792-8216-9b24e8e28507" providerId="ADAL" clId="{38B63EF4-3A5B-440F-A221-BB65635FC649}" dt="2026-10-02T22:59:45.700" v="449" actId="26606"/>
          <ac:spMkLst>
            <pc:docMk/>
            <pc:sldMk cId="3102608539" sldId="267"/>
            <ac:spMk id="12" creationId="{6016219D-510E-4184-9090-6D5578A87BD1}"/>
          </ac:spMkLst>
        </pc:spChg>
        <pc:spChg chg="add">
          <ac:chgData name="Alva, Yino" userId="38f0b612-f79a-4792-8216-9b24e8e28507" providerId="ADAL" clId="{38B63EF4-3A5B-440F-A221-BB65635FC649}" dt="2026-10-02T22:59:45.700" v="449" actId="26606"/>
          <ac:spMkLst>
            <pc:docMk/>
            <pc:sldMk cId="3102608539" sldId="267"/>
            <ac:spMk id="14" creationId="{AFF4A713-7B75-4B21-90D7-5AB19547C728}"/>
          </ac:spMkLst>
        </pc:spChg>
        <pc:spChg chg="add">
          <ac:chgData name="Alva, Yino" userId="38f0b612-f79a-4792-8216-9b24e8e28507" providerId="ADAL" clId="{38B63EF4-3A5B-440F-A221-BB65635FC649}" dt="2026-10-02T22:59:45.700" v="449" actId="26606"/>
          <ac:spMkLst>
            <pc:docMk/>
            <pc:sldMk cId="3102608539" sldId="267"/>
            <ac:spMk id="16" creationId="{DC631C0B-6DA6-4E57-8231-CE32B3434A7E}"/>
          </ac:spMkLst>
        </pc:spChg>
        <pc:spChg chg="add">
          <ac:chgData name="Alva, Yino" userId="38f0b612-f79a-4792-8216-9b24e8e28507" providerId="ADAL" clId="{38B63EF4-3A5B-440F-A221-BB65635FC649}" dt="2026-10-02T22:59:45.700" v="449" actId="26606"/>
          <ac:spMkLst>
            <pc:docMk/>
            <pc:sldMk cId="3102608539" sldId="267"/>
            <ac:spMk id="18" creationId="{C29501E6-A978-4A61-9689-9085AF97A53A}"/>
          </ac:spMkLst>
        </pc:spChg>
      </pc:sldChg>
      <pc:sldChg chg="addSp modSp new mod setBg">
        <pc:chgData name="Alva, Yino" userId="38f0b612-f79a-4792-8216-9b24e8e28507" providerId="ADAL" clId="{38B63EF4-3A5B-440F-A221-BB65635FC649}" dt="2026-10-03T01:08:00.356" v="573" actId="113"/>
        <pc:sldMkLst>
          <pc:docMk/>
          <pc:sldMk cId="1290573156" sldId="268"/>
        </pc:sldMkLst>
        <pc:spChg chg="mod">
          <ac:chgData name="Alva, Yino" userId="38f0b612-f79a-4792-8216-9b24e8e28507" providerId="ADAL" clId="{38B63EF4-3A5B-440F-A221-BB65635FC649}" dt="2026-10-02T22:59:51.737" v="450" actId="26606"/>
          <ac:spMkLst>
            <pc:docMk/>
            <pc:sldMk cId="1290573156" sldId="268"/>
            <ac:spMk id="2" creationId="{FE8FE043-1187-A6FE-6967-E2F0BB8DE352}"/>
          </ac:spMkLst>
        </pc:spChg>
        <pc:spChg chg="mod">
          <ac:chgData name="Alva, Yino" userId="38f0b612-f79a-4792-8216-9b24e8e28507" providerId="ADAL" clId="{38B63EF4-3A5B-440F-A221-BB65635FC649}" dt="2026-10-03T01:08:00.356" v="573" actId="113"/>
          <ac:spMkLst>
            <pc:docMk/>
            <pc:sldMk cId="1290573156" sldId="268"/>
            <ac:spMk id="3" creationId="{9B18B7F4-887E-B3F2-6192-F001111159E2}"/>
          </ac:spMkLst>
        </pc:spChg>
        <pc:spChg chg="add">
          <ac:chgData name="Alva, Yino" userId="38f0b612-f79a-4792-8216-9b24e8e28507" providerId="ADAL" clId="{38B63EF4-3A5B-440F-A221-BB65635FC649}" dt="2026-10-02T22:59:51.737" v="450" actId="26606"/>
          <ac:spMkLst>
            <pc:docMk/>
            <pc:sldMk cId="1290573156" sldId="268"/>
            <ac:spMk id="9" creationId="{9F7D5CDA-D291-4307-BF55-1381FED29634}"/>
          </ac:spMkLst>
        </pc:spChg>
        <pc:spChg chg="add">
          <ac:chgData name="Alva, Yino" userId="38f0b612-f79a-4792-8216-9b24e8e28507" providerId="ADAL" clId="{38B63EF4-3A5B-440F-A221-BB65635FC649}" dt="2026-10-02T22:59:51.737" v="450" actId="26606"/>
          <ac:spMkLst>
            <pc:docMk/>
            <pc:sldMk cId="1290573156" sldId="268"/>
            <ac:spMk id="11" creationId="{59B296B9-C5A5-4E4F-9B60-C907B5F1466C}"/>
          </ac:spMkLst>
        </pc:spChg>
        <pc:spChg chg="add">
          <ac:chgData name="Alva, Yino" userId="38f0b612-f79a-4792-8216-9b24e8e28507" providerId="ADAL" clId="{38B63EF4-3A5B-440F-A221-BB65635FC649}" dt="2026-10-02T22:59:51.737" v="450" actId="26606"/>
          <ac:spMkLst>
            <pc:docMk/>
            <pc:sldMk cId="1290573156" sldId="268"/>
            <ac:spMk id="13" creationId="{D0300FD3-5AF1-6305-15FA-9078072672E2}"/>
          </ac:spMkLst>
        </pc:spChg>
        <pc:picChg chg="add">
          <ac:chgData name="Alva, Yino" userId="38f0b612-f79a-4792-8216-9b24e8e28507" providerId="ADAL" clId="{38B63EF4-3A5B-440F-A221-BB65635FC649}" dt="2026-10-02T22:59:51.737" v="450" actId="26606"/>
          <ac:picMkLst>
            <pc:docMk/>
            <pc:sldMk cId="1290573156" sldId="268"/>
            <ac:picMk id="5" creationId="{26793C51-5CD3-E863-CDFC-779E908823E5}"/>
          </ac:picMkLst>
        </pc:picChg>
      </pc:sldChg>
      <pc:sldChg chg="addSp modSp new mod setBg">
        <pc:chgData name="Alva, Yino" userId="38f0b612-f79a-4792-8216-9b24e8e28507" providerId="ADAL" clId="{38B63EF4-3A5B-440F-A221-BB65635FC649}" dt="2026-10-02T23:00:48.460" v="455" actId="27636"/>
        <pc:sldMkLst>
          <pc:docMk/>
          <pc:sldMk cId="711356383" sldId="269"/>
        </pc:sldMkLst>
        <pc:spChg chg="mod">
          <ac:chgData name="Alva, Yino" userId="38f0b612-f79a-4792-8216-9b24e8e28507" providerId="ADAL" clId="{38B63EF4-3A5B-440F-A221-BB65635FC649}" dt="2026-10-02T23:00:43.722" v="453" actId="26606"/>
          <ac:spMkLst>
            <pc:docMk/>
            <pc:sldMk cId="711356383" sldId="269"/>
            <ac:spMk id="2" creationId="{5E827F8F-AF2D-D630-2430-84EC87CEAF81}"/>
          </ac:spMkLst>
        </pc:spChg>
        <pc:spChg chg="mod">
          <ac:chgData name="Alva, Yino" userId="38f0b612-f79a-4792-8216-9b24e8e28507" providerId="ADAL" clId="{38B63EF4-3A5B-440F-A221-BB65635FC649}" dt="2026-10-02T23:00:48.460" v="455" actId="27636"/>
          <ac:spMkLst>
            <pc:docMk/>
            <pc:sldMk cId="711356383" sldId="269"/>
            <ac:spMk id="3" creationId="{30E2503E-CC7F-D6E2-888D-71B0EC649284}"/>
          </ac:spMkLst>
        </pc:spChg>
        <pc:spChg chg="add">
          <ac:chgData name="Alva, Yino" userId="38f0b612-f79a-4792-8216-9b24e8e28507" providerId="ADAL" clId="{38B63EF4-3A5B-440F-A221-BB65635FC649}" dt="2026-10-02T23:00:43.722" v="453" actId="26606"/>
          <ac:spMkLst>
            <pc:docMk/>
            <pc:sldMk cId="711356383" sldId="269"/>
            <ac:spMk id="9" creationId="{B210AC1D-4063-4C6E-9528-FA9C4C0C18E6}"/>
          </ac:spMkLst>
        </pc:spChg>
        <pc:spChg chg="add">
          <ac:chgData name="Alva, Yino" userId="38f0b612-f79a-4792-8216-9b24e8e28507" providerId="ADAL" clId="{38B63EF4-3A5B-440F-A221-BB65635FC649}" dt="2026-10-02T23:00:43.722" v="453" actId="26606"/>
          <ac:spMkLst>
            <pc:docMk/>
            <pc:sldMk cId="711356383" sldId="269"/>
            <ac:spMk id="11" creationId="{02F8C595-E68C-4306-AED8-DC7826A0A506}"/>
          </ac:spMkLst>
        </pc:spChg>
        <pc:picChg chg="add">
          <ac:chgData name="Alva, Yino" userId="38f0b612-f79a-4792-8216-9b24e8e28507" providerId="ADAL" clId="{38B63EF4-3A5B-440F-A221-BB65635FC649}" dt="2026-10-02T23:00:43.722" v="453" actId="26606"/>
          <ac:picMkLst>
            <pc:docMk/>
            <pc:sldMk cId="711356383" sldId="269"/>
            <ac:picMk id="5" creationId="{E285AD56-A085-0F7E-88DA-002772404EE7}"/>
          </ac:picMkLst>
        </pc:picChg>
      </pc:sldChg>
      <pc:sldChg chg="addSp delSp modSp new mod setBg">
        <pc:chgData name="Alva, Yino" userId="38f0b612-f79a-4792-8216-9b24e8e28507" providerId="ADAL" clId="{38B63EF4-3A5B-440F-A221-BB65635FC649}" dt="2026-10-02T23:02:06.018" v="460"/>
        <pc:sldMkLst>
          <pc:docMk/>
          <pc:sldMk cId="2476711573" sldId="270"/>
        </pc:sldMkLst>
        <pc:spChg chg="mod">
          <ac:chgData name="Alva, Yino" userId="38f0b612-f79a-4792-8216-9b24e8e28507" providerId="ADAL" clId="{38B63EF4-3A5B-440F-A221-BB65635FC649}" dt="2026-10-02T23:01:58.295" v="459" actId="26606"/>
          <ac:spMkLst>
            <pc:docMk/>
            <pc:sldMk cId="2476711573" sldId="270"/>
            <ac:spMk id="2" creationId="{EACE3C6D-7575-3E2C-18EB-599E67F9F2A7}"/>
          </ac:spMkLst>
        </pc:spChg>
        <pc:spChg chg="add del mod">
          <ac:chgData name="Alva, Yino" userId="38f0b612-f79a-4792-8216-9b24e8e28507" providerId="ADAL" clId="{38B63EF4-3A5B-440F-A221-BB65635FC649}" dt="2026-10-02T23:01:58.295" v="459" actId="26606"/>
          <ac:spMkLst>
            <pc:docMk/>
            <pc:sldMk cId="2476711573" sldId="270"/>
            <ac:spMk id="3" creationId="{A8B7AB8A-FB25-DC61-BC8D-544D4D9F50FD}"/>
          </ac:spMkLst>
        </pc:spChg>
        <pc:spChg chg="add">
          <ac:chgData name="Alva, Yino" userId="38f0b612-f79a-4792-8216-9b24e8e28507" providerId="ADAL" clId="{38B63EF4-3A5B-440F-A221-BB65635FC649}" dt="2026-10-02T23:01:58.295" v="459" actId="26606"/>
          <ac:spMkLst>
            <pc:docMk/>
            <pc:sldMk cId="2476711573" sldId="270"/>
            <ac:spMk id="6" creationId="{0C541B88-1AE9-40C3-AFD5-967787C1979F}"/>
          </ac:spMkLst>
        </pc:spChg>
        <pc:spChg chg="add">
          <ac:chgData name="Alva, Yino" userId="38f0b612-f79a-4792-8216-9b24e8e28507" providerId="ADAL" clId="{38B63EF4-3A5B-440F-A221-BB65635FC649}" dt="2026-10-02T23:01:58.295" v="459" actId="26606"/>
          <ac:spMkLst>
            <pc:docMk/>
            <pc:sldMk cId="2476711573" sldId="270"/>
            <ac:spMk id="7" creationId="{E5F17139-31EE-46AC-B04F-DBBD852DD6CB}"/>
          </ac:spMkLst>
        </pc:spChg>
        <pc:spChg chg="add del">
          <ac:chgData name="Alva, Yino" userId="38f0b612-f79a-4792-8216-9b24e8e28507" providerId="ADAL" clId="{38B63EF4-3A5B-440F-A221-BB65635FC649}" dt="2026-10-02T23:01:08.062" v="457" actId="26606"/>
          <ac:spMkLst>
            <pc:docMk/>
            <pc:sldMk cId="2476711573" sldId="270"/>
            <ac:spMk id="9" creationId="{738F59A4-4431-460D-8E49-6E65C189A566}"/>
          </ac:spMkLst>
        </pc:spChg>
        <pc:spChg chg="add">
          <ac:chgData name="Alva, Yino" userId="38f0b612-f79a-4792-8216-9b24e8e28507" providerId="ADAL" clId="{38B63EF4-3A5B-440F-A221-BB65635FC649}" dt="2026-10-02T23:01:58.295" v="459" actId="26606"/>
          <ac:spMkLst>
            <pc:docMk/>
            <pc:sldMk cId="2476711573" sldId="270"/>
            <ac:spMk id="17" creationId="{89D16701-DA76-4F72-BB63-E2C3FFBDFE0F}"/>
          </ac:spMkLst>
        </pc:spChg>
        <pc:spChg chg="add">
          <ac:chgData name="Alva, Yino" userId="38f0b612-f79a-4792-8216-9b24e8e28507" providerId="ADAL" clId="{38B63EF4-3A5B-440F-A221-BB65635FC649}" dt="2026-10-02T23:01:58.295" v="459" actId="26606"/>
          <ac:spMkLst>
            <pc:docMk/>
            <pc:sldMk cId="2476711573" sldId="270"/>
            <ac:spMk id="19" creationId="{1CC28BE1-9DC6-43FE-9582-39F091098D77}"/>
          </ac:spMkLst>
        </pc:spChg>
        <pc:grpChg chg="add del">
          <ac:chgData name="Alva, Yino" userId="38f0b612-f79a-4792-8216-9b24e8e28507" providerId="ADAL" clId="{38B63EF4-3A5B-440F-A221-BB65635FC649}" dt="2026-10-02T23:01:08.062" v="457" actId="26606"/>
          <ac:grpSpMkLst>
            <pc:docMk/>
            <pc:sldMk cId="2476711573" sldId="270"/>
            <ac:grpSpMk id="11" creationId="{8A919B9C-5C01-47E4-B2F2-45F589208ABF}"/>
          </ac:grpSpMkLst>
        </pc:grpChg>
        <pc:grpChg chg="add">
          <ac:chgData name="Alva, Yino" userId="38f0b612-f79a-4792-8216-9b24e8e28507" providerId="ADAL" clId="{38B63EF4-3A5B-440F-A221-BB65635FC649}" dt="2026-10-02T23:01:58.295" v="459" actId="26606"/>
          <ac:grpSpMkLst>
            <pc:docMk/>
            <pc:sldMk cId="2476711573" sldId="270"/>
            <ac:grpSpMk id="13" creationId="{7CF625D3-71A3-4F30-A096-8EF334E959D0}"/>
          </ac:grpSpMkLst>
        </pc:grpChg>
        <pc:grpChg chg="add">
          <ac:chgData name="Alva, Yino" userId="38f0b612-f79a-4792-8216-9b24e8e28507" providerId="ADAL" clId="{38B63EF4-3A5B-440F-A221-BB65635FC649}" dt="2026-10-02T23:01:58.295" v="459" actId="26606"/>
          <ac:grpSpMkLst>
            <pc:docMk/>
            <pc:sldMk cId="2476711573" sldId="270"/>
            <ac:grpSpMk id="21" creationId="{AF9AF3F3-CE0C-4125-BDD7-346487FA0B40}"/>
          </ac:grpSpMkLst>
        </pc:grpChg>
        <pc:graphicFrameChg chg="add del">
          <ac:chgData name="Alva, Yino" userId="38f0b612-f79a-4792-8216-9b24e8e28507" providerId="ADAL" clId="{38B63EF4-3A5B-440F-A221-BB65635FC649}" dt="2026-10-02T23:01:08.062" v="457" actId="26606"/>
          <ac:graphicFrameMkLst>
            <pc:docMk/>
            <pc:sldMk cId="2476711573" sldId="270"/>
            <ac:graphicFrameMk id="5" creationId="{D4D4AA5F-CFB0-8051-8427-AA031A33155B}"/>
          </ac:graphicFrameMkLst>
        </pc:graphicFrameChg>
        <pc:graphicFrameChg chg="add mod">
          <ac:chgData name="Alva, Yino" userId="38f0b612-f79a-4792-8216-9b24e8e28507" providerId="ADAL" clId="{38B63EF4-3A5B-440F-A221-BB65635FC649}" dt="2026-10-02T23:02:06.018" v="460"/>
          <ac:graphicFrameMkLst>
            <pc:docMk/>
            <pc:sldMk cId="2476711573" sldId="270"/>
            <ac:graphicFrameMk id="8" creationId="{5186A6A5-EE00-026C-BC2B-847A4D64749B}"/>
          </ac:graphicFrameMkLst>
        </pc:graphicFrameChg>
      </pc:sldChg>
      <pc:sldChg chg="addSp modSp new mod setBg">
        <pc:chgData name="Alva, Yino" userId="38f0b612-f79a-4792-8216-9b24e8e28507" providerId="ADAL" clId="{38B63EF4-3A5B-440F-A221-BB65635FC649}" dt="2026-10-01T23:19:30.517" v="419" actId="26606"/>
        <pc:sldMkLst>
          <pc:docMk/>
          <pc:sldMk cId="2358693433" sldId="271"/>
        </pc:sldMkLst>
        <pc:spChg chg="mod">
          <ac:chgData name="Alva, Yino" userId="38f0b612-f79a-4792-8216-9b24e8e28507" providerId="ADAL" clId="{38B63EF4-3A5B-440F-A221-BB65635FC649}" dt="2026-10-01T23:19:30.517" v="419" actId="26606"/>
          <ac:spMkLst>
            <pc:docMk/>
            <pc:sldMk cId="2358693433" sldId="271"/>
            <ac:spMk id="2" creationId="{E41A180F-3EF4-AC89-6C9D-DEF4735FF9F2}"/>
          </ac:spMkLst>
        </pc:spChg>
        <pc:spChg chg="mod">
          <ac:chgData name="Alva, Yino" userId="38f0b612-f79a-4792-8216-9b24e8e28507" providerId="ADAL" clId="{38B63EF4-3A5B-440F-A221-BB65635FC649}" dt="2026-10-01T23:19:30.517" v="419" actId="26606"/>
          <ac:spMkLst>
            <pc:docMk/>
            <pc:sldMk cId="2358693433" sldId="271"/>
            <ac:spMk id="3" creationId="{1E4E63FE-4600-69DE-06B1-E898BE8E29A1}"/>
          </ac:spMkLst>
        </pc:spChg>
        <pc:spChg chg="add">
          <ac:chgData name="Alva, Yino" userId="38f0b612-f79a-4792-8216-9b24e8e28507" providerId="ADAL" clId="{38B63EF4-3A5B-440F-A221-BB65635FC649}" dt="2026-10-01T23:19:30.517" v="419" actId="26606"/>
          <ac:spMkLst>
            <pc:docMk/>
            <pc:sldMk cId="2358693433" sldId="271"/>
            <ac:spMk id="9" creationId="{C0763A76-9F1C-4FC5-82B7-DD475DA461B2}"/>
          </ac:spMkLst>
        </pc:spChg>
        <pc:spChg chg="add">
          <ac:chgData name="Alva, Yino" userId="38f0b612-f79a-4792-8216-9b24e8e28507" providerId="ADAL" clId="{38B63EF4-3A5B-440F-A221-BB65635FC649}" dt="2026-10-01T23:19:30.517" v="419" actId="26606"/>
          <ac:spMkLst>
            <pc:docMk/>
            <pc:sldMk cId="2358693433" sldId="271"/>
            <ac:spMk id="11" creationId="{E81BF4F6-F2CF-4984-9D14-D6966D92F99F}"/>
          </ac:spMkLst>
        </pc:spChg>
        <pc:picChg chg="add">
          <ac:chgData name="Alva, Yino" userId="38f0b612-f79a-4792-8216-9b24e8e28507" providerId="ADAL" clId="{38B63EF4-3A5B-440F-A221-BB65635FC649}" dt="2026-10-01T23:19:30.517" v="419" actId="26606"/>
          <ac:picMkLst>
            <pc:docMk/>
            <pc:sldMk cId="2358693433" sldId="271"/>
            <ac:picMk id="5" creationId="{176B84C0-5953-6D61-A722-C6F2A9D7BF4E}"/>
          </ac:picMkLst>
        </pc:picChg>
      </pc:sldChg>
      <pc:sldChg chg="addSp delSp modSp new mod setBg addAnim delAnim">
        <pc:chgData name="Alva, Yino" userId="38f0b612-f79a-4792-8216-9b24e8e28507" providerId="ADAL" clId="{38B63EF4-3A5B-440F-A221-BB65635FC649}" dt="2026-10-02T23:23:00.870" v="521" actId="26606"/>
        <pc:sldMkLst>
          <pc:docMk/>
          <pc:sldMk cId="1172164784" sldId="272"/>
        </pc:sldMkLst>
        <pc:spChg chg="mod">
          <ac:chgData name="Alva, Yino" userId="38f0b612-f79a-4792-8216-9b24e8e28507" providerId="ADAL" clId="{38B63EF4-3A5B-440F-A221-BB65635FC649}" dt="2026-10-02T23:23:00.870" v="521" actId="26606"/>
          <ac:spMkLst>
            <pc:docMk/>
            <pc:sldMk cId="1172164784" sldId="272"/>
            <ac:spMk id="2" creationId="{B7CF7916-6E01-DA08-D596-A2878D238405}"/>
          </ac:spMkLst>
        </pc:spChg>
        <pc:spChg chg="del">
          <ac:chgData name="Alva, Yino" userId="38f0b612-f79a-4792-8216-9b24e8e28507" providerId="ADAL" clId="{38B63EF4-3A5B-440F-A221-BB65635FC649}" dt="2026-10-02T23:21:58.732" v="462" actId="478"/>
          <ac:spMkLst>
            <pc:docMk/>
            <pc:sldMk cId="1172164784" sldId="272"/>
            <ac:spMk id="3" creationId="{4FE81DA9-F0CA-ED1A-6AB8-C464D4FDE7A7}"/>
          </ac:spMkLst>
        </pc:spChg>
        <pc:spChg chg="add del">
          <ac:chgData name="Alva, Yino" userId="38f0b612-f79a-4792-8216-9b24e8e28507" providerId="ADAL" clId="{38B63EF4-3A5B-440F-A221-BB65635FC649}" dt="2026-10-02T23:22:52.237" v="517" actId="26606"/>
          <ac:spMkLst>
            <pc:docMk/>
            <pc:sldMk cId="1172164784" sldId="272"/>
            <ac:spMk id="7" creationId="{8C790BE2-4E4F-4AAF-81A2-4A6F4885EBE6}"/>
          </ac:spMkLst>
        </pc:spChg>
        <pc:spChg chg="add del">
          <ac:chgData name="Alva, Yino" userId="38f0b612-f79a-4792-8216-9b24e8e28507" providerId="ADAL" clId="{38B63EF4-3A5B-440F-A221-BB65635FC649}" dt="2026-10-02T23:22:52.237" v="517" actId="26606"/>
          <ac:spMkLst>
            <pc:docMk/>
            <pc:sldMk cId="1172164784" sldId="272"/>
            <ac:spMk id="9" creationId="{D28B54C3-B57B-472A-B96E-1FCB67093DC2}"/>
          </ac:spMkLst>
        </pc:spChg>
        <pc:spChg chg="add del">
          <ac:chgData name="Alva, Yino" userId="38f0b612-f79a-4792-8216-9b24e8e28507" providerId="ADAL" clId="{38B63EF4-3A5B-440F-A221-BB65635FC649}" dt="2026-10-02T23:22:52.237" v="517" actId="26606"/>
          <ac:spMkLst>
            <pc:docMk/>
            <pc:sldMk cId="1172164784" sldId="272"/>
            <ac:spMk id="11" creationId="{7DB3C429-F8DA-49B9-AF84-21996FCF78B5}"/>
          </ac:spMkLst>
        </pc:spChg>
        <pc:spChg chg="add del">
          <ac:chgData name="Alva, Yino" userId="38f0b612-f79a-4792-8216-9b24e8e28507" providerId="ADAL" clId="{38B63EF4-3A5B-440F-A221-BB65635FC649}" dt="2026-10-02T23:22:52.237" v="517" actId="26606"/>
          <ac:spMkLst>
            <pc:docMk/>
            <pc:sldMk cId="1172164784" sldId="272"/>
            <ac:spMk id="13" creationId="{E12088DD-B1AD-40E0-8B86-1D87A2CCD9BE}"/>
          </ac:spMkLst>
        </pc:spChg>
        <pc:spChg chg="add del">
          <ac:chgData name="Alva, Yino" userId="38f0b612-f79a-4792-8216-9b24e8e28507" providerId="ADAL" clId="{38B63EF4-3A5B-440F-A221-BB65635FC649}" dt="2026-10-02T23:22:52.237" v="517" actId="26606"/>
          <ac:spMkLst>
            <pc:docMk/>
            <pc:sldMk cId="1172164784" sldId="272"/>
            <ac:spMk id="15" creationId="{C4C9F2B0-1044-46EB-8AEB-C3BFFDE6C2CC}"/>
          </ac:spMkLst>
        </pc:spChg>
        <pc:spChg chg="add del">
          <ac:chgData name="Alva, Yino" userId="38f0b612-f79a-4792-8216-9b24e8e28507" providerId="ADAL" clId="{38B63EF4-3A5B-440F-A221-BB65635FC649}" dt="2026-10-02T23:22:52.237" v="517" actId="26606"/>
          <ac:spMkLst>
            <pc:docMk/>
            <pc:sldMk cId="1172164784" sldId="272"/>
            <ac:spMk id="17" creationId="{0C395952-4E26-45A2-8756-2ADFD6E53C6E}"/>
          </ac:spMkLst>
        </pc:spChg>
        <pc:spChg chg="add del">
          <ac:chgData name="Alva, Yino" userId="38f0b612-f79a-4792-8216-9b24e8e28507" providerId="ADAL" clId="{38B63EF4-3A5B-440F-A221-BB65635FC649}" dt="2026-10-02T23:22:52.237" v="517" actId="26606"/>
          <ac:spMkLst>
            <pc:docMk/>
            <pc:sldMk cId="1172164784" sldId="272"/>
            <ac:spMk id="19" creationId="{4734BADF-9461-4621-B112-2D7BABEA7DD0}"/>
          </ac:spMkLst>
        </pc:spChg>
        <pc:spChg chg="add del">
          <ac:chgData name="Alva, Yino" userId="38f0b612-f79a-4792-8216-9b24e8e28507" providerId="ADAL" clId="{38B63EF4-3A5B-440F-A221-BB65635FC649}" dt="2026-10-02T23:23:00.853" v="520" actId="26606"/>
          <ac:spMkLst>
            <pc:docMk/>
            <pc:sldMk cId="1172164784" sldId="272"/>
            <ac:spMk id="21" creationId="{C3896A03-3945-419A-B66B-4EE266EDD152}"/>
          </ac:spMkLst>
        </pc:spChg>
        <pc:spChg chg="add del">
          <ac:chgData name="Alva, Yino" userId="38f0b612-f79a-4792-8216-9b24e8e28507" providerId="ADAL" clId="{38B63EF4-3A5B-440F-A221-BB65635FC649}" dt="2026-10-02T23:23:00.853" v="520" actId="26606"/>
          <ac:spMkLst>
            <pc:docMk/>
            <pc:sldMk cId="1172164784" sldId="272"/>
            <ac:spMk id="22" creationId="{B34F5AD2-EDBD-4BBD-A55C-EAFFD0C7097A}"/>
          </ac:spMkLst>
        </pc:spChg>
        <pc:spChg chg="add">
          <ac:chgData name="Alva, Yino" userId="38f0b612-f79a-4792-8216-9b24e8e28507" providerId="ADAL" clId="{38B63EF4-3A5B-440F-A221-BB65635FC649}" dt="2026-10-02T23:23:00.870" v="521" actId="26606"/>
          <ac:spMkLst>
            <pc:docMk/>
            <pc:sldMk cId="1172164784" sldId="272"/>
            <ac:spMk id="24" creationId="{8C790BE2-4E4F-4AAF-81A2-4A6F4885EBE6}"/>
          </ac:spMkLst>
        </pc:spChg>
        <pc:spChg chg="add">
          <ac:chgData name="Alva, Yino" userId="38f0b612-f79a-4792-8216-9b24e8e28507" providerId="ADAL" clId="{38B63EF4-3A5B-440F-A221-BB65635FC649}" dt="2026-10-02T23:23:00.870" v="521" actId="26606"/>
          <ac:spMkLst>
            <pc:docMk/>
            <pc:sldMk cId="1172164784" sldId="272"/>
            <ac:spMk id="25" creationId="{D28B54C3-B57B-472A-B96E-1FCB67093DC2}"/>
          </ac:spMkLst>
        </pc:spChg>
        <pc:spChg chg="add">
          <ac:chgData name="Alva, Yino" userId="38f0b612-f79a-4792-8216-9b24e8e28507" providerId="ADAL" clId="{38B63EF4-3A5B-440F-A221-BB65635FC649}" dt="2026-10-02T23:23:00.870" v="521" actId="26606"/>
          <ac:spMkLst>
            <pc:docMk/>
            <pc:sldMk cId="1172164784" sldId="272"/>
            <ac:spMk id="26" creationId="{7DB3C429-F8DA-49B9-AF84-21996FCF78B5}"/>
          </ac:spMkLst>
        </pc:spChg>
        <pc:spChg chg="add">
          <ac:chgData name="Alva, Yino" userId="38f0b612-f79a-4792-8216-9b24e8e28507" providerId="ADAL" clId="{38B63EF4-3A5B-440F-A221-BB65635FC649}" dt="2026-10-02T23:23:00.870" v="521" actId="26606"/>
          <ac:spMkLst>
            <pc:docMk/>
            <pc:sldMk cId="1172164784" sldId="272"/>
            <ac:spMk id="27" creationId="{E12088DD-B1AD-40E0-8B86-1D87A2CCD9BE}"/>
          </ac:spMkLst>
        </pc:spChg>
        <pc:spChg chg="add">
          <ac:chgData name="Alva, Yino" userId="38f0b612-f79a-4792-8216-9b24e8e28507" providerId="ADAL" clId="{38B63EF4-3A5B-440F-A221-BB65635FC649}" dt="2026-10-02T23:23:00.870" v="521" actId="26606"/>
          <ac:spMkLst>
            <pc:docMk/>
            <pc:sldMk cId="1172164784" sldId="272"/>
            <ac:spMk id="28" creationId="{C4C9F2B0-1044-46EB-8AEB-C3BFFDE6C2CC}"/>
          </ac:spMkLst>
        </pc:spChg>
        <pc:spChg chg="add">
          <ac:chgData name="Alva, Yino" userId="38f0b612-f79a-4792-8216-9b24e8e28507" providerId="ADAL" clId="{38B63EF4-3A5B-440F-A221-BB65635FC649}" dt="2026-10-02T23:23:00.870" v="521" actId="26606"/>
          <ac:spMkLst>
            <pc:docMk/>
            <pc:sldMk cId="1172164784" sldId="272"/>
            <ac:spMk id="29" creationId="{0C395952-4E26-45A2-8756-2ADFD6E53C6E}"/>
          </ac:spMkLst>
        </pc:spChg>
        <pc:spChg chg="add">
          <ac:chgData name="Alva, Yino" userId="38f0b612-f79a-4792-8216-9b24e8e28507" providerId="ADAL" clId="{38B63EF4-3A5B-440F-A221-BB65635FC649}" dt="2026-10-02T23:23:00.870" v="521" actId="26606"/>
          <ac:spMkLst>
            <pc:docMk/>
            <pc:sldMk cId="1172164784" sldId="272"/>
            <ac:spMk id="30" creationId="{4734BADF-9461-4621-B112-2D7BABEA7DD0}"/>
          </ac:spMkLst>
        </pc:spChg>
      </pc:sldChg>
      <pc:sldChg chg="modSp add mod ord">
        <pc:chgData name="Alva, Yino" userId="38f0b612-f79a-4792-8216-9b24e8e28507" providerId="ADAL" clId="{38B63EF4-3A5B-440F-A221-BB65635FC649}" dt="2026-10-02T23:24:23.316" v="534" actId="20577"/>
        <pc:sldMkLst>
          <pc:docMk/>
          <pc:sldMk cId="1721173599" sldId="273"/>
        </pc:sldMkLst>
        <pc:spChg chg="mod">
          <ac:chgData name="Alva, Yino" userId="38f0b612-f79a-4792-8216-9b24e8e28507" providerId="ADAL" clId="{38B63EF4-3A5B-440F-A221-BB65635FC649}" dt="2026-10-02T23:24:23.316" v="534" actId="20577"/>
          <ac:spMkLst>
            <pc:docMk/>
            <pc:sldMk cId="1721173599" sldId="273"/>
            <ac:spMk id="2" creationId="{6A003C73-8291-74A6-431A-B5CF6B7227CA}"/>
          </ac:spMkLst>
        </pc:spChg>
      </pc:sldChg>
      <pc:sldChg chg="delSp add del setBg delDesignElem">
        <pc:chgData name="Alva, Yino" userId="38f0b612-f79a-4792-8216-9b24e8e28507" providerId="ADAL" clId="{38B63EF4-3A5B-440F-A221-BB65635FC649}" dt="2026-10-02T23:24:07.753" v="527" actId="47"/>
        <pc:sldMkLst>
          <pc:docMk/>
          <pc:sldMk cId="1725454812" sldId="273"/>
        </pc:sldMkLst>
        <pc:spChg chg="del">
          <ac:chgData name="Alva, Yino" userId="38f0b612-f79a-4792-8216-9b24e8e28507" providerId="ADAL" clId="{38B63EF4-3A5B-440F-A221-BB65635FC649}" dt="2026-10-02T23:23:58.268" v="526"/>
          <ac:spMkLst>
            <pc:docMk/>
            <pc:sldMk cId="1725454812" sldId="273"/>
            <ac:spMk id="24" creationId="{212D3ED0-86E8-AC7B-0701-09666D7C0BC8}"/>
          </ac:spMkLst>
        </pc:spChg>
        <pc:spChg chg="del">
          <ac:chgData name="Alva, Yino" userId="38f0b612-f79a-4792-8216-9b24e8e28507" providerId="ADAL" clId="{38B63EF4-3A5B-440F-A221-BB65635FC649}" dt="2026-10-02T23:23:58.268" v="526"/>
          <ac:spMkLst>
            <pc:docMk/>
            <pc:sldMk cId="1725454812" sldId="273"/>
            <ac:spMk id="25" creationId="{23FE9AC1-44D2-2C9E-0187-8E6EEC9A4D3F}"/>
          </ac:spMkLst>
        </pc:spChg>
        <pc:spChg chg="del">
          <ac:chgData name="Alva, Yino" userId="38f0b612-f79a-4792-8216-9b24e8e28507" providerId="ADAL" clId="{38B63EF4-3A5B-440F-A221-BB65635FC649}" dt="2026-10-02T23:23:58.268" v="526"/>
          <ac:spMkLst>
            <pc:docMk/>
            <pc:sldMk cId="1725454812" sldId="273"/>
            <ac:spMk id="26" creationId="{BD012268-0C20-E891-CC17-1EABEB64E00D}"/>
          </ac:spMkLst>
        </pc:spChg>
        <pc:spChg chg="del">
          <ac:chgData name="Alva, Yino" userId="38f0b612-f79a-4792-8216-9b24e8e28507" providerId="ADAL" clId="{38B63EF4-3A5B-440F-A221-BB65635FC649}" dt="2026-10-02T23:23:58.268" v="526"/>
          <ac:spMkLst>
            <pc:docMk/>
            <pc:sldMk cId="1725454812" sldId="273"/>
            <ac:spMk id="27" creationId="{BFF59318-3515-AA2F-8560-629BDFC7DA45}"/>
          </ac:spMkLst>
        </pc:spChg>
        <pc:spChg chg="del">
          <ac:chgData name="Alva, Yino" userId="38f0b612-f79a-4792-8216-9b24e8e28507" providerId="ADAL" clId="{38B63EF4-3A5B-440F-A221-BB65635FC649}" dt="2026-10-02T23:23:58.268" v="526"/>
          <ac:spMkLst>
            <pc:docMk/>
            <pc:sldMk cId="1725454812" sldId="273"/>
            <ac:spMk id="28" creationId="{5487AFC2-FE6A-27E1-1A9E-5EA39286A859}"/>
          </ac:spMkLst>
        </pc:spChg>
        <pc:spChg chg="del">
          <ac:chgData name="Alva, Yino" userId="38f0b612-f79a-4792-8216-9b24e8e28507" providerId="ADAL" clId="{38B63EF4-3A5B-440F-A221-BB65635FC649}" dt="2026-10-02T23:23:58.268" v="526"/>
          <ac:spMkLst>
            <pc:docMk/>
            <pc:sldMk cId="1725454812" sldId="273"/>
            <ac:spMk id="29" creationId="{AAACF668-49E6-BA63-4089-9027D7E99828}"/>
          </ac:spMkLst>
        </pc:spChg>
        <pc:spChg chg="del">
          <ac:chgData name="Alva, Yino" userId="38f0b612-f79a-4792-8216-9b24e8e28507" providerId="ADAL" clId="{38B63EF4-3A5B-440F-A221-BB65635FC649}" dt="2026-10-02T23:23:58.268" v="526"/>
          <ac:spMkLst>
            <pc:docMk/>
            <pc:sldMk cId="1725454812" sldId="273"/>
            <ac:spMk id="30" creationId="{93135F0B-DAFF-1617-3929-0A582985D66E}"/>
          </ac:spMkLst>
        </pc:spChg>
      </pc:sldChg>
      <pc:sldChg chg="delSp add del setBg delDesignElem">
        <pc:chgData name="Alva, Yino" userId="38f0b612-f79a-4792-8216-9b24e8e28507" providerId="ADAL" clId="{38B63EF4-3A5B-440F-A221-BB65635FC649}" dt="2026-10-02T23:23:50.563" v="524" actId="47"/>
        <pc:sldMkLst>
          <pc:docMk/>
          <pc:sldMk cId="3246117782" sldId="273"/>
        </pc:sldMkLst>
        <pc:spChg chg="del">
          <ac:chgData name="Alva, Yino" userId="38f0b612-f79a-4792-8216-9b24e8e28507" providerId="ADAL" clId="{38B63EF4-3A5B-440F-A221-BB65635FC649}" dt="2026-10-02T23:23:39.012" v="523"/>
          <ac:spMkLst>
            <pc:docMk/>
            <pc:sldMk cId="3246117782" sldId="273"/>
            <ac:spMk id="24" creationId="{77A4E0A0-9E27-3A8D-89B8-08C851B45EA4}"/>
          </ac:spMkLst>
        </pc:spChg>
        <pc:spChg chg="del">
          <ac:chgData name="Alva, Yino" userId="38f0b612-f79a-4792-8216-9b24e8e28507" providerId="ADAL" clId="{38B63EF4-3A5B-440F-A221-BB65635FC649}" dt="2026-10-02T23:23:39.012" v="523"/>
          <ac:spMkLst>
            <pc:docMk/>
            <pc:sldMk cId="3246117782" sldId="273"/>
            <ac:spMk id="25" creationId="{BB121A29-FC94-D415-DA1E-5995168D24AA}"/>
          </ac:spMkLst>
        </pc:spChg>
        <pc:spChg chg="del">
          <ac:chgData name="Alva, Yino" userId="38f0b612-f79a-4792-8216-9b24e8e28507" providerId="ADAL" clId="{38B63EF4-3A5B-440F-A221-BB65635FC649}" dt="2026-10-02T23:23:39.012" v="523"/>
          <ac:spMkLst>
            <pc:docMk/>
            <pc:sldMk cId="3246117782" sldId="273"/>
            <ac:spMk id="26" creationId="{38A36DD0-372E-30C3-ED91-1FBB4FF1CB2E}"/>
          </ac:spMkLst>
        </pc:spChg>
        <pc:spChg chg="del">
          <ac:chgData name="Alva, Yino" userId="38f0b612-f79a-4792-8216-9b24e8e28507" providerId="ADAL" clId="{38B63EF4-3A5B-440F-A221-BB65635FC649}" dt="2026-10-02T23:23:39.012" v="523"/>
          <ac:spMkLst>
            <pc:docMk/>
            <pc:sldMk cId="3246117782" sldId="273"/>
            <ac:spMk id="27" creationId="{AC35C5A2-5EA3-3D22-4C3B-4B25366C95B7}"/>
          </ac:spMkLst>
        </pc:spChg>
        <pc:spChg chg="del">
          <ac:chgData name="Alva, Yino" userId="38f0b612-f79a-4792-8216-9b24e8e28507" providerId="ADAL" clId="{38B63EF4-3A5B-440F-A221-BB65635FC649}" dt="2026-10-02T23:23:39.012" v="523"/>
          <ac:spMkLst>
            <pc:docMk/>
            <pc:sldMk cId="3246117782" sldId="273"/>
            <ac:spMk id="28" creationId="{E12B42E2-6D5B-91FE-C16F-98D5DC88D1E4}"/>
          </ac:spMkLst>
        </pc:spChg>
        <pc:spChg chg="del">
          <ac:chgData name="Alva, Yino" userId="38f0b612-f79a-4792-8216-9b24e8e28507" providerId="ADAL" clId="{38B63EF4-3A5B-440F-A221-BB65635FC649}" dt="2026-10-02T23:23:39.012" v="523"/>
          <ac:spMkLst>
            <pc:docMk/>
            <pc:sldMk cId="3246117782" sldId="273"/>
            <ac:spMk id="29" creationId="{16D3194E-4714-0631-4924-805D2FEB4B37}"/>
          </ac:spMkLst>
        </pc:spChg>
        <pc:spChg chg="del">
          <ac:chgData name="Alva, Yino" userId="38f0b612-f79a-4792-8216-9b24e8e28507" providerId="ADAL" clId="{38B63EF4-3A5B-440F-A221-BB65635FC649}" dt="2026-10-02T23:23:39.012" v="523"/>
          <ac:spMkLst>
            <pc:docMk/>
            <pc:sldMk cId="3246117782" sldId="273"/>
            <ac:spMk id="30" creationId="{8E2C227E-74FB-30F7-F3F0-963FCEDE700B}"/>
          </ac:spMkLst>
        </pc:spChg>
      </pc:sldChg>
      <pc:sldChg chg="modSp add mod ord">
        <pc:chgData name="Alva, Yino" userId="38f0b612-f79a-4792-8216-9b24e8e28507" providerId="ADAL" clId="{38B63EF4-3A5B-440F-A221-BB65635FC649}" dt="2026-10-03T00:28:14" v="548" actId="20577"/>
        <pc:sldMkLst>
          <pc:docMk/>
          <pc:sldMk cId="1215133573" sldId="274"/>
        </pc:sldMkLst>
        <pc:spChg chg="mod">
          <ac:chgData name="Alva, Yino" userId="38f0b612-f79a-4792-8216-9b24e8e28507" providerId="ADAL" clId="{38B63EF4-3A5B-440F-A221-BB65635FC649}" dt="2026-10-03T00:28:14" v="548" actId="20577"/>
          <ac:spMkLst>
            <pc:docMk/>
            <pc:sldMk cId="1215133573" sldId="274"/>
            <ac:spMk id="2" creationId="{56145952-531E-79AC-3D94-D2129B5A6FA4}"/>
          </ac:spMkLst>
        </pc:spChg>
      </pc:sldChg>
      <pc:sldChg chg="modSp add mod ord">
        <pc:chgData name="Alva, Yino" userId="38f0b612-f79a-4792-8216-9b24e8e28507" providerId="ADAL" clId="{38B63EF4-3A5B-440F-A221-BB65635FC649}" dt="2026-10-03T01:02:45.730" v="570" actId="20577"/>
        <pc:sldMkLst>
          <pc:docMk/>
          <pc:sldMk cId="2612847018" sldId="275"/>
        </pc:sldMkLst>
        <pc:spChg chg="mod">
          <ac:chgData name="Alva, Yino" userId="38f0b612-f79a-4792-8216-9b24e8e28507" providerId="ADAL" clId="{38B63EF4-3A5B-440F-A221-BB65635FC649}" dt="2026-10-03T01:02:45.730" v="570" actId="20577"/>
          <ac:spMkLst>
            <pc:docMk/>
            <pc:sldMk cId="2612847018" sldId="275"/>
            <ac:spMk id="2" creationId="{7246A235-91E9-EE08-F66A-DF12B7EF8599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EE1DCC-7A7C-4717-9225-684B278FF47F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CBAB6D9-21B1-4E60-8C87-87766E6161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Scope as a Discipline:</a:t>
          </a:r>
          <a:r>
            <a:rPr lang="en-US"/>
            <a:t> Covers the study of software processes, development principles, techniques, notations, project management, and quality assurance. </a:t>
          </a:r>
        </a:p>
      </dgm:t>
    </dgm:pt>
    <dgm:pt modelId="{D1C84FE6-921A-4A6D-B1D7-783DCE9607D7}" type="parTrans" cxnId="{20DC0A0A-3F98-41AA-A7BB-D14BEFCAB464}">
      <dgm:prSet/>
      <dgm:spPr/>
      <dgm:t>
        <a:bodyPr/>
        <a:lstStyle/>
        <a:p>
          <a:endParaRPr lang="en-US"/>
        </a:p>
      </dgm:t>
    </dgm:pt>
    <dgm:pt modelId="{D46182D7-5646-43B0-B34A-E154D1FBDC26}" type="sibTrans" cxnId="{20DC0A0A-3F98-41AA-A7BB-D14BEFCAB464}">
      <dgm:prSet/>
      <dgm:spPr/>
      <dgm:t>
        <a:bodyPr/>
        <a:lstStyle/>
        <a:p>
          <a:endParaRPr lang="en-US"/>
        </a:p>
      </dgm:t>
    </dgm:pt>
    <dgm:pt modelId="{A5ABDF91-BE59-42DC-8B58-9C9994E94A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Processes, Techniques, and Notations:</a:t>
          </a:r>
          <a:r>
            <a:rPr lang="en-US"/>
            <a:t> Uses structured processes (e.g., Waterfall, Agile, Incremental), technical techniques (e.g., continuous integration, component reuse), and standardized notations (e.g., UML diagrams) to define and design systems. </a:t>
          </a:r>
        </a:p>
      </dgm:t>
    </dgm:pt>
    <dgm:pt modelId="{7C3E6153-B65B-4E13-8699-BC52A9402BB5}" type="parTrans" cxnId="{555414CB-AAFA-44F7-BBE6-092B6034C73B}">
      <dgm:prSet/>
      <dgm:spPr/>
      <dgm:t>
        <a:bodyPr/>
        <a:lstStyle/>
        <a:p>
          <a:endParaRPr lang="en-US"/>
        </a:p>
      </dgm:t>
    </dgm:pt>
    <dgm:pt modelId="{FAD6F323-1DC2-4822-A7A1-7A32E0B611F8}" type="sibTrans" cxnId="{555414CB-AAFA-44F7-BBE6-092B6034C73B}">
      <dgm:prSet/>
      <dgm:spPr/>
      <dgm:t>
        <a:bodyPr/>
        <a:lstStyle/>
        <a:p>
          <a:endParaRPr lang="en-US"/>
        </a:p>
      </dgm:t>
    </dgm:pt>
    <dgm:pt modelId="{5FA6139A-14F3-4959-A06B-866DA6150E5E}" type="pres">
      <dgm:prSet presAssocID="{9CEE1DCC-7A7C-4717-9225-684B278FF47F}" presName="vert0" presStyleCnt="0">
        <dgm:presLayoutVars>
          <dgm:dir/>
          <dgm:animOne val="branch"/>
          <dgm:animLvl val="lvl"/>
        </dgm:presLayoutVars>
      </dgm:prSet>
      <dgm:spPr/>
    </dgm:pt>
    <dgm:pt modelId="{42C6D0F6-A065-420B-9D0B-3B2AF2B7051E}" type="pres">
      <dgm:prSet presAssocID="{8CBAB6D9-21B1-4E60-8C87-87766E61615C}" presName="thickLine" presStyleLbl="alignNode1" presStyleIdx="0" presStyleCnt="2"/>
      <dgm:spPr/>
    </dgm:pt>
    <dgm:pt modelId="{58F34546-0B13-4406-82F1-1BC5764F6BBD}" type="pres">
      <dgm:prSet presAssocID="{8CBAB6D9-21B1-4E60-8C87-87766E61615C}" presName="horz1" presStyleCnt="0"/>
      <dgm:spPr/>
    </dgm:pt>
    <dgm:pt modelId="{5F8666BE-E169-416B-BCFB-8957B589B52B}" type="pres">
      <dgm:prSet presAssocID="{8CBAB6D9-21B1-4E60-8C87-87766E61615C}" presName="tx1" presStyleLbl="revTx" presStyleIdx="0" presStyleCnt="2"/>
      <dgm:spPr/>
    </dgm:pt>
    <dgm:pt modelId="{3B27F969-4909-4F30-B5FE-C543AE2E4DF9}" type="pres">
      <dgm:prSet presAssocID="{8CBAB6D9-21B1-4E60-8C87-87766E61615C}" presName="vert1" presStyleCnt="0"/>
      <dgm:spPr/>
    </dgm:pt>
    <dgm:pt modelId="{322499B4-FE53-47E5-9D2A-D07FD13F2A0D}" type="pres">
      <dgm:prSet presAssocID="{A5ABDF91-BE59-42DC-8B58-9C9994E94A56}" presName="thickLine" presStyleLbl="alignNode1" presStyleIdx="1" presStyleCnt="2"/>
      <dgm:spPr/>
    </dgm:pt>
    <dgm:pt modelId="{72858C55-3F7C-4C9A-A9AB-9C4F5C09296A}" type="pres">
      <dgm:prSet presAssocID="{A5ABDF91-BE59-42DC-8B58-9C9994E94A56}" presName="horz1" presStyleCnt="0"/>
      <dgm:spPr/>
    </dgm:pt>
    <dgm:pt modelId="{F7899437-6AB7-44D7-8731-C8DDEBAF0A62}" type="pres">
      <dgm:prSet presAssocID="{A5ABDF91-BE59-42DC-8B58-9C9994E94A56}" presName="tx1" presStyleLbl="revTx" presStyleIdx="1" presStyleCnt="2"/>
      <dgm:spPr/>
    </dgm:pt>
    <dgm:pt modelId="{5B0BFBD9-476E-40D1-994B-F746782AB57E}" type="pres">
      <dgm:prSet presAssocID="{A5ABDF91-BE59-42DC-8B58-9C9994E94A56}" presName="vert1" presStyleCnt="0"/>
      <dgm:spPr/>
    </dgm:pt>
  </dgm:ptLst>
  <dgm:cxnLst>
    <dgm:cxn modelId="{20DC0A0A-3F98-41AA-A7BB-D14BEFCAB464}" srcId="{9CEE1DCC-7A7C-4717-9225-684B278FF47F}" destId="{8CBAB6D9-21B1-4E60-8C87-87766E61615C}" srcOrd="0" destOrd="0" parTransId="{D1C84FE6-921A-4A6D-B1D7-783DCE9607D7}" sibTransId="{D46182D7-5646-43B0-B34A-E154D1FBDC26}"/>
    <dgm:cxn modelId="{B580EE36-15AE-4565-B32E-477E1129D98C}" type="presOf" srcId="{9CEE1DCC-7A7C-4717-9225-684B278FF47F}" destId="{5FA6139A-14F3-4959-A06B-866DA6150E5E}" srcOrd="0" destOrd="0" presId="urn:microsoft.com/office/officeart/2008/layout/LinedList"/>
    <dgm:cxn modelId="{77B1E06B-A81F-46F7-A7C6-9CC3F5E8B287}" type="presOf" srcId="{8CBAB6D9-21B1-4E60-8C87-87766E61615C}" destId="{5F8666BE-E169-416B-BCFB-8957B589B52B}" srcOrd="0" destOrd="0" presId="urn:microsoft.com/office/officeart/2008/layout/LinedList"/>
    <dgm:cxn modelId="{555414CB-AAFA-44F7-BBE6-092B6034C73B}" srcId="{9CEE1DCC-7A7C-4717-9225-684B278FF47F}" destId="{A5ABDF91-BE59-42DC-8B58-9C9994E94A56}" srcOrd="1" destOrd="0" parTransId="{7C3E6153-B65B-4E13-8699-BC52A9402BB5}" sibTransId="{FAD6F323-1DC2-4822-A7A1-7A32E0B611F8}"/>
    <dgm:cxn modelId="{0BAEB4DE-4628-4D5B-8C05-781BFA545019}" type="presOf" srcId="{A5ABDF91-BE59-42DC-8B58-9C9994E94A56}" destId="{F7899437-6AB7-44D7-8731-C8DDEBAF0A62}" srcOrd="0" destOrd="0" presId="urn:microsoft.com/office/officeart/2008/layout/LinedList"/>
    <dgm:cxn modelId="{BD18F386-2814-4CF2-A0CB-00BEC1C33FEC}" type="presParOf" srcId="{5FA6139A-14F3-4959-A06B-866DA6150E5E}" destId="{42C6D0F6-A065-420B-9D0B-3B2AF2B7051E}" srcOrd="0" destOrd="0" presId="urn:microsoft.com/office/officeart/2008/layout/LinedList"/>
    <dgm:cxn modelId="{98E3FE1B-968A-43D1-BCE3-A90059D16314}" type="presParOf" srcId="{5FA6139A-14F3-4959-A06B-866DA6150E5E}" destId="{58F34546-0B13-4406-82F1-1BC5764F6BBD}" srcOrd="1" destOrd="0" presId="urn:microsoft.com/office/officeart/2008/layout/LinedList"/>
    <dgm:cxn modelId="{99ED0189-8C76-4DDA-AB5A-A1553AC8788C}" type="presParOf" srcId="{58F34546-0B13-4406-82F1-1BC5764F6BBD}" destId="{5F8666BE-E169-416B-BCFB-8957B589B52B}" srcOrd="0" destOrd="0" presId="urn:microsoft.com/office/officeart/2008/layout/LinedList"/>
    <dgm:cxn modelId="{722B6A46-95DC-46E7-A7C7-1DA795AD2006}" type="presParOf" srcId="{58F34546-0B13-4406-82F1-1BC5764F6BBD}" destId="{3B27F969-4909-4F30-B5FE-C543AE2E4DF9}" srcOrd="1" destOrd="0" presId="urn:microsoft.com/office/officeart/2008/layout/LinedList"/>
    <dgm:cxn modelId="{CE4E8191-7C1E-472D-BF36-4112857D0AC3}" type="presParOf" srcId="{5FA6139A-14F3-4959-A06B-866DA6150E5E}" destId="{322499B4-FE53-47E5-9D2A-D07FD13F2A0D}" srcOrd="2" destOrd="0" presId="urn:microsoft.com/office/officeart/2008/layout/LinedList"/>
    <dgm:cxn modelId="{7ED0102C-A7E5-487B-89C7-57C290C7B1EE}" type="presParOf" srcId="{5FA6139A-14F3-4959-A06B-866DA6150E5E}" destId="{72858C55-3F7C-4C9A-A9AB-9C4F5C09296A}" srcOrd="3" destOrd="0" presId="urn:microsoft.com/office/officeart/2008/layout/LinedList"/>
    <dgm:cxn modelId="{A2E0D1FE-BB04-4A74-A985-8F2BFABA99DA}" type="presParOf" srcId="{72858C55-3F7C-4C9A-A9AB-9C4F5C09296A}" destId="{F7899437-6AB7-44D7-8731-C8DDEBAF0A62}" srcOrd="0" destOrd="0" presId="urn:microsoft.com/office/officeart/2008/layout/LinedList"/>
    <dgm:cxn modelId="{2569D122-A657-4513-89EF-940B6CCE0A7B}" type="presParOf" srcId="{72858C55-3F7C-4C9A-A9AB-9C4F5C09296A}" destId="{5B0BFBD9-476E-40D1-994B-F746782AB5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79BF77-0EF6-4EE4-A9C8-84D8CBDEB10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49D1271-F4AD-4EE5-86FB-E7F89880F7C7}">
      <dgm:prSet custT="1"/>
      <dgm:spPr/>
      <dgm:t>
        <a:bodyPr/>
        <a:lstStyle/>
        <a:p>
          <a:r>
            <a:rPr lang="en-US" sz="1600" b="1" dirty="0"/>
            <a:t>Development vs. Maintenance Costs:</a:t>
          </a:r>
          <a:r>
            <a:rPr lang="en-US" sz="1600" dirty="0"/>
            <a:t> Maintenance costs far exceed initial development costs for long-life systems, making up over 60% of total software production expenditure. </a:t>
          </a:r>
        </a:p>
      </dgm:t>
    </dgm:pt>
    <dgm:pt modelId="{C8E4B8A7-3E28-4301-975A-237E319106AE}" type="parTrans" cxnId="{A2CD94E0-CB44-4A36-AEEF-01C78D9EBA81}">
      <dgm:prSet/>
      <dgm:spPr/>
      <dgm:t>
        <a:bodyPr/>
        <a:lstStyle/>
        <a:p>
          <a:endParaRPr lang="en-US" sz="2400"/>
        </a:p>
      </dgm:t>
    </dgm:pt>
    <dgm:pt modelId="{AD84E69E-82F5-49E5-837F-0F7216EBE135}" type="sibTrans" cxnId="{A2CD94E0-CB44-4A36-AEEF-01C78D9EBA81}">
      <dgm:prSet/>
      <dgm:spPr/>
      <dgm:t>
        <a:bodyPr/>
        <a:lstStyle/>
        <a:p>
          <a:endParaRPr lang="en-US" sz="2400"/>
        </a:p>
      </dgm:t>
    </dgm:pt>
    <dgm:pt modelId="{82DBB05F-153F-47EB-B73A-EF5394AC670A}">
      <dgm:prSet custT="1"/>
      <dgm:spPr/>
      <dgm:t>
        <a:bodyPr/>
        <a:lstStyle/>
        <a:p>
          <a:r>
            <a:rPr lang="en-US" sz="1600" b="1" dirty="0"/>
            <a:t>Why Maintenance is More Expensive :</a:t>
          </a:r>
          <a:r>
            <a:rPr lang="en-US" sz="1600" dirty="0"/>
            <a:t> Software must continuously evolve to meet changing user requirements, adapt to new hardware/platforms, fix bugs in production, and preserve domain knowledge when team members leave. </a:t>
          </a:r>
        </a:p>
      </dgm:t>
    </dgm:pt>
    <dgm:pt modelId="{6960E6D1-190A-446F-B20E-970C550315CB}" type="parTrans" cxnId="{06B505D6-FA63-406C-B6C7-F2846BCBD321}">
      <dgm:prSet/>
      <dgm:spPr/>
      <dgm:t>
        <a:bodyPr/>
        <a:lstStyle/>
        <a:p>
          <a:endParaRPr lang="en-US" sz="2400"/>
        </a:p>
      </dgm:t>
    </dgm:pt>
    <dgm:pt modelId="{E9407059-FC87-4089-8644-A1FA3FBFD714}" type="sibTrans" cxnId="{06B505D6-FA63-406C-B6C7-F2846BCBD321}">
      <dgm:prSet/>
      <dgm:spPr/>
      <dgm:t>
        <a:bodyPr/>
        <a:lstStyle/>
        <a:p>
          <a:endParaRPr lang="en-US" sz="2400"/>
        </a:p>
      </dgm:t>
    </dgm:pt>
    <dgm:pt modelId="{52C74D3F-B287-402E-9B50-EA68A5096D2E}" type="pres">
      <dgm:prSet presAssocID="{EF79BF77-0EF6-4EE4-A9C8-84D8CBDEB109}" presName="root" presStyleCnt="0">
        <dgm:presLayoutVars>
          <dgm:dir/>
          <dgm:resizeHandles val="exact"/>
        </dgm:presLayoutVars>
      </dgm:prSet>
      <dgm:spPr/>
    </dgm:pt>
    <dgm:pt modelId="{A2A2DB92-4488-45BE-A12B-C8984B11537B}" type="pres">
      <dgm:prSet presAssocID="{B49D1271-F4AD-4EE5-86FB-E7F89880F7C7}" presName="compNode" presStyleCnt="0"/>
      <dgm:spPr/>
    </dgm:pt>
    <dgm:pt modelId="{F938C0F1-028B-4AB4-BEA6-997E32D9ADBA}" type="pres">
      <dgm:prSet presAssocID="{B49D1271-F4AD-4EE5-86FB-E7F89880F7C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A194C64-49D3-49CA-A989-2F4E2AAD0388}" type="pres">
      <dgm:prSet presAssocID="{B49D1271-F4AD-4EE5-86FB-E7F89880F7C7}" presName="spaceRect" presStyleCnt="0"/>
      <dgm:spPr/>
    </dgm:pt>
    <dgm:pt modelId="{1611E5A7-59AC-4F98-B022-153FBF539B27}" type="pres">
      <dgm:prSet presAssocID="{B49D1271-F4AD-4EE5-86FB-E7F89880F7C7}" presName="textRect" presStyleLbl="revTx" presStyleIdx="0" presStyleCnt="2">
        <dgm:presLayoutVars>
          <dgm:chMax val="1"/>
          <dgm:chPref val="1"/>
        </dgm:presLayoutVars>
      </dgm:prSet>
      <dgm:spPr/>
    </dgm:pt>
    <dgm:pt modelId="{9A0F6ACB-B868-4A49-A9AB-2F46EDCA5A60}" type="pres">
      <dgm:prSet presAssocID="{AD84E69E-82F5-49E5-837F-0F7216EBE135}" presName="sibTrans" presStyleCnt="0"/>
      <dgm:spPr/>
    </dgm:pt>
    <dgm:pt modelId="{838B4FA7-040D-4F9D-93AA-C69DB9F02D56}" type="pres">
      <dgm:prSet presAssocID="{82DBB05F-153F-47EB-B73A-EF5394AC670A}" presName="compNode" presStyleCnt="0"/>
      <dgm:spPr/>
    </dgm:pt>
    <dgm:pt modelId="{B88B12AF-DF1F-4342-93E7-E8D4D0091102}" type="pres">
      <dgm:prSet presAssocID="{82DBB05F-153F-47EB-B73A-EF5394AC670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DA10EEA2-4281-44BD-AC67-977FA5E6C0C2}" type="pres">
      <dgm:prSet presAssocID="{82DBB05F-153F-47EB-B73A-EF5394AC670A}" presName="spaceRect" presStyleCnt="0"/>
      <dgm:spPr/>
    </dgm:pt>
    <dgm:pt modelId="{C1FAA8E7-9635-43C8-B820-F9D95557BDFA}" type="pres">
      <dgm:prSet presAssocID="{82DBB05F-153F-47EB-B73A-EF5394AC670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5840B1F-0D63-4621-8980-347E2FDBC13C}" type="presOf" srcId="{82DBB05F-153F-47EB-B73A-EF5394AC670A}" destId="{C1FAA8E7-9635-43C8-B820-F9D95557BDFA}" srcOrd="0" destOrd="0" presId="urn:microsoft.com/office/officeart/2018/2/layout/IconLabelList"/>
    <dgm:cxn modelId="{89B422C2-5C64-415C-BF5F-8360FA21FB95}" type="presOf" srcId="{EF79BF77-0EF6-4EE4-A9C8-84D8CBDEB109}" destId="{52C74D3F-B287-402E-9B50-EA68A5096D2E}" srcOrd="0" destOrd="0" presId="urn:microsoft.com/office/officeart/2018/2/layout/IconLabelList"/>
    <dgm:cxn modelId="{06B505D6-FA63-406C-B6C7-F2846BCBD321}" srcId="{EF79BF77-0EF6-4EE4-A9C8-84D8CBDEB109}" destId="{82DBB05F-153F-47EB-B73A-EF5394AC670A}" srcOrd="1" destOrd="0" parTransId="{6960E6D1-190A-446F-B20E-970C550315CB}" sibTransId="{E9407059-FC87-4089-8644-A1FA3FBFD714}"/>
    <dgm:cxn modelId="{A2CD94E0-CB44-4A36-AEEF-01C78D9EBA81}" srcId="{EF79BF77-0EF6-4EE4-A9C8-84D8CBDEB109}" destId="{B49D1271-F4AD-4EE5-86FB-E7F89880F7C7}" srcOrd="0" destOrd="0" parTransId="{C8E4B8A7-3E28-4301-975A-237E319106AE}" sibTransId="{AD84E69E-82F5-49E5-837F-0F7216EBE135}"/>
    <dgm:cxn modelId="{71E4E1F6-D86E-4292-81AE-9538FDFEC48F}" type="presOf" srcId="{B49D1271-F4AD-4EE5-86FB-E7F89880F7C7}" destId="{1611E5A7-59AC-4F98-B022-153FBF539B27}" srcOrd="0" destOrd="0" presId="urn:microsoft.com/office/officeart/2018/2/layout/IconLabelList"/>
    <dgm:cxn modelId="{CEEF8E49-120C-4539-A91D-CC2451F29990}" type="presParOf" srcId="{52C74D3F-B287-402E-9B50-EA68A5096D2E}" destId="{A2A2DB92-4488-45BE-A12B-C8984B11537B}" srcOrd="0" destOrd="0" presId="urn:microsoft.com/office/officeart/2018/2/layout/IconLabelList"/>
    <dgm:cxn modelId="{D8EFC791-2D62-4C62-BC58-39811540FBF7}" type="presParOf" srcId="{A2A2DB92-4488-45BE-A12B-C8984B11537B}" destId="{F938C0F1-028B-4AB4-BEA6-997E32D9ADBA}" srcOrd="0" destOrd="0" presId="urn:microsoft.com/office/officeart/2018/2/layout/IconLabelList"/>
    <dgm:cxn modelId="{2C7EF165-3344-4CB9-8A0E-7D9E53C8AED9}" type="presParOf" srcId="{A2A2DB92-4488-45BE-A12B-C8984B11537B}" destId="{2A194C64-49D3-49CA-A989-2F4E2AAD0388}" srcOrd="1" destOrd="0" presId="urn:microsoft.com/office/officeart/2018/2/layout/IconLabelList"/>
    <dgm:cxn modelId="{7AE6DEF4-0F2A-4076-A766-39BE833A0C8F}" type="presParOf" srcId="{A2A2DB92-4488-45BE-A12B-C8984B11537B}" destId="{1611E5A7-59AC-4F98-B022-153FBF539B27}" srcOrd="2" destOrd="0" presId="urn:microsoft.com/office/officeart/2018/2/layout/IconLabelList"/>
    <dgm:cxn modelId="{78B47F60-8674-4179-88E8-D4A57AB1746C}" type="presParOf" srcId="{52C74D3F-B287-402E-9B50-EA68A5096D2E}" destId="{9A0F6ACB-B868-4A49-A9AB-2F46EDCA5A60}" srcOrd="1" destOrd="0" presId="urn:microsoft.com/office/officeart/2018/2/layout/IconLabelList"/>
    <dgm:cxn modelId="{FD9F9525-282E-44AB-9046-6F103BAD9946}" type="presParOf" srcId="{52C74D3F-B287-402E-9B50-EA68A5096D2E}" destId="{838B4FA7-040D-4F9D-93AA-C69DB9F02D56}" srcOrd="2" destOrd="0" presId="urn:microsoft.com/office/officeart/2018/2/layout/IconLabelList"/>
    <dgm:cxn modelId="{02479C40-8068-4450-99D4-C6D404D95F48}" type="presParOf" srcId="{838B4FA7-040D-4F9D-93AA-C69DB9F02D56}" destId="{B88B12AF-DF1F-4342-93E7-E8D4D0091102}" srcOrd="0" destOrd="0" presId="urn:microsoft.com/office/officeart/2018/2/layout/IconLabelList"/>
    <dgm:cxn modelId="{D9CE758D-110D-4C84-B9FB-C8AF21E4EBC1}" type="presParOf" srcId="{838B4FA7-040D-4F9D-93AA-C69DB9F02D56}" destId="{DA10EEA2-4281-44BD-AC67-977FA5E6C0C2}" srcOrd="1" destOrd="0" presId="urn:microsoft.com/office/officeart/2018/2/layout/IconLabelList"/>
    <dgm:cxn modelId="{4B7D135C-AC77-470F-83B0-23E75CF40760}" type="presParOf" srcId="{838B4FA7-040D-4F9D-93AA-C69DB9F02D56}" destId="{C1FAA8E7-9635-43C8-B820-F9D95557BD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0D5FE9-B3A5-4B88-8E76-C2FDD44C81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D139C2-5C1C-4339-909D-F6FEE66983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Algorithmic Cost Modeling:</a:t>
          </a:r>
          <a:r>
            <a:rPr lang="en-US"/>
            <a:t> Mathematical formulas based on code size and project attributes (e.g., COCOMO). </a:t>
          </a:r>
        </a:p>
      </dgm:t>
    </dgm:pt>
    <dgm:pt modelId="{D4619A4F-F878-4AD9-B64D-02BA29E4490D}" type="parTrans" cxnId="{51CF2D6E-AB4A-45E7-9BAE-311049E771B0}">
      <dgm:prSet/>
      <dgm:spPr/>
      <dgm:t>
        <a:bodyPr/>
        <a:lstStyle/>
        <a:p>
          <a:endParaRPr lang="en-US"/>
        </a:p>
      </dgm:t>
    </dgm:pt>
    <dgm:pt modelId="{2CD359F9-843A-4044-94BB-EF4738620790}" type="sibTrans" cxnId="{51CF2D6E-AB4A-45E7-9BAE-311049E771B0}">
      <dgm:prSet/>
      <dgm:spPr/>
      <dgm:t>
        <a:bodyPr/>
        <a:lstStyle/>
        <a:p>
          <a:endParaRPr lang="en-US"/>
        </a:p>
      </dgm:t>
    </dgm:pt>
    <dgm:pt modelId="{407704BA-FEFF-4B3A-AEC8-DE4B70EFC5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Expert Judgment:</a:t>
          </a:r>
          <a:r>
            <a:rPr lang="en-US"/>
            <a:t> Domain experts iterate until reaching a consensus on required effort. </a:t>
          </a:r>
        </a:p>
      </dgm:t>
    </dgm:pt>
    <dgm:pt modelId="{65DD784C-0258-4E90-9887-AF12C7AE1769}" type="parTrans" cxnId="{29A31AFF-8E4D-40DB-BC48-965C8524CA52}">
      <dgm:prSet/>
      <dgm:spPr/>
      <dgm:t>
        <a:bodyPr/>
        <a:lstStyle/>
        <a:p>
          <a:endParaRPr lang="en-US"/>
        </a:p>
      </dgm:t>
    </dgm:pt>
    <dgm:pt modelId="{17C754E9-1286-49F4-8DC2-E8ED690AADDE}" type="sibTrans" cxnId="{29A31AFF-8E4D-40DB-BC48-965C8524CA52}">
      <dgm:prSet/>
      <dgm:spPr/>
      <dgm:t>
        <a:bodyPr/>
        <a:lstStyle/>
        <a:p>
          <a:endParaRPr lang="en-US"/>
        </a:p>
      </dgm:t>
    </dgm:pt>
    <dgm:pt modelId="{82EA1578-6E4E-4BCD-897A-DBC5046D2B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Analogy-Based Estimation:</a:t>
          </a:r>
          <a:r>
            <a:rPr lang="en-US"/>
            <a:t> Comparing the current project against a database of similar past projects</a:t>
          </a:r>
        </a:p>
      </dgm:t>
    </dgm:pt>
    <dgm:pt modelId="{B0C100F4-18BA-4F0F-9015-F46723063375}" type="parTrans" cxnId="{665F2290-E224-4E2D-BD1A-A646AD1C14F0}">
      <dgm:prSet/>
      <dgm:spPr/>
      <dgm:t>
        <a:bodyPr/>
        <a:lstStyle/>
        <a:p>
          <a:endParaRPr lang="en-US"/>
        </a:p>
      </dgm:t>
    </dgm:pt>
    <dgm:pt modelId="{47E697B5-B9FC-433C-B7A2-EDB7D0EEA92B}" type="sibTrans" cxnId="{665F2290-E224-4E2D-BD1A-A646AD1C14F0}">
      <dgm:prSet/>
      <dgm:spPr/>
      <dgm:t>
        <a:bodyPr/>
        <a:lstStyle/>
        <a:p>
          <a:endParaRPr lang="en-US"/>
        </a:p>
      </dgm:t>
    </dgm:pt>
    <dgm:pt modelId="{FAF80CB7-C157-4956-B8F9-98CCB4599F53}" type="pres">
      <dgm:prSet presAssocID="{720D5FE9-B3A5-4B88-8E76-C2FDD44C81A3}" presName="root" presStyleCnt="0">
        <dgm:presLayoutVars>
          <dgm:dir/>
          <dgm:resizeHandles val="exact"/>
        </dgm:presLayoutVars>
      </dgm:prSet>
      <dgm:spPr/>
    </dgm:pt>
    <dgm:pt modelId="{B2EB84E7-255F-42BB-87C5-9495D0AC3143}" type="pres">
      <dgm:prSet presAssocID="{BED139C2-5C1C-4339-909D-F6FEE6698320}" presName="compNode" presStyleCnt="0"/>
      <dgm:spPr/>
    </dgm:pt>
    <dgm:pt modelId="{D75A4C92-891E-4B5F-9954-3EBA3B82C0FB}" type="pres">
      <dgm:prSet presAssocID="{BED139C2-5C1C-4339-909D-F6FEE6698320}" presName="bgRect" presStyleLbl="bgShp" presStyleIdx="0" presStyleCnt="3"/>
      <dgm:spPr/>
    </dgm:pt>
    <dgm:pt modelId="{C5128E5E-F9F1-485E-A376-D8154D0826A8}" type="pres">
      <dgm:prSet presAssocID="{BED139C2-5C1C-4339-909D-F6FEE669832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A934EA3-27C9-4188-9A3A-68DF674506DA}" type="pres">
      <dgm:prSet presAssocID="{BED139C2-5C1C-4339-909D-F6FEE6698320}" presName="spaceRect" presStyleCnt="0"/>
      <dgm:spPr/>
    </dgm:pt>
    <dgm:pt modelId="{FAAFBE55-E8D0-4C8E-AE01-D6944BA7A69A}" type="pres">
      <dgm:prSet presAssocID="{BED139C2-5C1C-4339-909D-F6FEE6698320}" presName="parTx" presStyleLbl="revTx" presStyleIdx="0" presStyleCnt="3">
        <dgm:presLayoutVars>
          <dgm:chMax val="0"/>
          <dgm:chPref val="0"/>
        </dgm:presLayoutVars>
      </dgm:prSet>
      <dgm:spPr/>
    </dgm:pt>
    <dgm:pt modelId="{235856C8-56D8-42DA-8657-A21BF91A9703}" type="pres">
      <dgm:prSet presAssocID="{2CD359F9-843A-4044-94BB-EF4738620790}" presName="sibTrans" presStyleCnt="0"/>
      <dgm:spPr/>
    </dgm:pt>
    <dgm:pt modelId="{3E1F0DDA-2598-4290-81C5-16AC1736991E}" type="pres">
      <dgm:prSet presAssocID="{407704BA-FEFF-4B3A-AEC8-DE4B70EFC596}" presName="compNode" presStyleCnt="0"/>
      <dgm:spPr/>
    </dgm:pt>
    <dgm:pt modelId="{21FFC1D0-04EC-4A59-9B1F-230B4A106447}" type="pres">
      <dgm:prSet presAssocID="{407704BA-FEFF-4B3A-AEC8-DE4B70EFC596}" presName="bgRect" presStyleLbl="bgShp" presStyleIdx="1" presStyleCnt="3"/>
      <dgm:spPr/>
    </dgm:pt>
    <dgm:pt modelId="{548413AB-EFA9-45BB-9C84-A9481AC830B4}" type="pres">
      <dgm:prSet presAssocID="{407704BA-FEFF-4B3A-AEC8-DE4B70EFC59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769B16A-69C4-4EB7-8841-9F207717C47B}" type="pres">
      <dgm:prSet presAssocID="{407704BA-FEFF-4B3A-AEC8-DE4B70EFC596}" presName="spaceRect" presStyleCnt="0"/>
      <dgm:spPr/>
    </dgm:pt>
    <dgm:pt modelId="{441600A0-B9A9-4077-98B8-9387F8CBEC82}" type="pres">
      <dgm:prSet presAssocID="{407704BA-FEFF-4B3A-AEC8-DE4B70EFC596}" presName="parTx" presStyleLbl="revTx" presStyleIdx="1" presStyleCnt="3">
        <dgm:presLayoutVars>
          <dgm:chMax val="0"/>
          <dgm:chPref val="0"/>
        </dgm:presLayoutVars>
      </dgm:prSet>
      <dgm:spPr/>
    </dgm:pt>
    <dgm:pt modelId="{0D83E314-5E41-4FB2-9EEC-2992AE391A0B}" type="pres">
      <dgm:prSet presAssocID="{17C754E9-1286-49F4-8DC2-E8ED690AADDE}" presName="sibTrans" presStyleCnt="0"/>
      <dgm:spPr/>
    </dgm:pt>
    <dgm:pt modelId="{7A757599-829E-4E76-B7E3-17C00108F442}" type="pres">
      <dgm:prSet presAssocID="{82EA1578-6E4E-4BCD-897A-DBC5046D2BBE}" presName="compNode" presStyleCnt="0"/>
      <dgm:spPr/>
    </dgm:pt>
    <dgm:pt modelId="{C3BF1506-D1BB-4909-9174-A98ABA75737D}" type="pres">
      <dgm:prSet presAssocID="{82EA1578-6E4E-4BCD-897A-DBC5046D2BBE}" presName="bgRect" presStyleLbl="bgShp" presStyleIdx="2" presStyleCnt="3"/>
      <dgm:spPr/>
    </dgm:pt>
    <dgm:pt modelId="{F3FC8FCD-4470-4909-AE1F-D366064B2DEC}" type="pres">
      <dgm:prSet presAssocID="{82EA1578-6E4E-4BCD-897A-DBC5046D2BB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1B2728-BF01-44FE-A764-E091640DC6A0}" type="pres">
      <dgm:prSet presAssocID="{82EA1578-6E4E-4BCD-897A-DBC5046D2BBE}" presName="spaceRect" presStyleCnt="0"/>
      <dgm:spPr/>
    </dgm:pt>
    <dgm:pt modelId="{501FC419-CFED-4941-A70B-500DCCAC73DE}" type="pres">
      <dgm:prSet presAssocID="{82EA1578-6E4E-4BCD-897A-DBC5046D2BB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1F5470F-F4D5-46B3-9B3C-757D780EEE84}" type="presOf" srcId="{82EA1578-6E4E-4BCD-897A-DBC5046D2BBE}" destId="{501FC419-CFED-4941-A70B-500DCCAC73DE}" srcOrd="0" destOrd="0" presId="urn:microsoft.com/office/officeart/2018/2/layout/IconVerticalSolidList"/>
    <dgm:cxn modelId="{97EB9F38-E87D-43B6-B1F2-C70C0613766F}" type="presOf" srcId="{BED139C2-5C1C-4339-909D-F6FEE6698320}" destId="{FAAFBE55-E8D0-4C8E-AE01-D6944BA7A69A}" srcOrd="0" destOrd="0" presId="urn:microsoft.com/office/officeart/2018/2/layout/IconVerticalSolidList"/>
    <dgm:cxn modelId="{47510D4C-80D6-4F5D-8D34-D150CECC9AB6}" type="presOf" srcId="{720D5FE9-B3A5-4B88-8E76-C2FDD44C81A3}" destId="{FAF80CB7-C157-4956-B8F9-98CCB4599F53}" srcOrd="0" destOrd="0" presId="urn:microsoft.com/office/officeart/2018/2/layout/IconVerticalSolidList"/>
    <dgm:cxn modelId="{51CF2D6E-AB4A-45E7-9BAE-311049E771B0}" srcId="{720D5FE9-B3A5-4B88-8E76-C2FDD44C81A3}" destId="{BED139C2-5C1C-4339-909D-F6FEE6698320}" srcOrd="0" destOrd="0" parTransId="{D4619A4F-F878-4AD9-B64D-02BA29E4490D}" sibTransId="{2CD359F9-843A-4044-94BB-EF4738620790}"/>
    <dgm:cxn modelId="{665F2290-E224-4E2D-BD1A-A646AD1C14F0}" srcId="{720D5FE9-B3A5-4B88-8E76-C2FDD44C81A3}" destId="{82EA1578-6E4E-4BCD-897A-DBC5046D2BBE}" srcOrd="2" destOrd="0" parTransId="{B0C100F4-18BA-4F0F-9015-F46723063375}" sibTransId="{47E697B5-B9FC-433C-B7A2-EDB7D0EEA92B}"/>
    <dgm:cxn modelId="{4F0F03FE-1F24-4589-AADF-F921FC5CCAAB}" type="presOf" srcId="{407704BA-FEFF-4B3A-AEC8-DE4B70EFC596}" destId="{441600A0-B9A9-4077-98B8-9387F8CBEC82}" srcOrd="0" destOrd="0" presId="urn:microsoft.com/office/officeart/2018/2/layout/IconVerticalSolidList"/>
    <dgm:cxn modelId="{29A31AFF-8E4D-40DB-BC48-965C8524CA52}" srcId="{720D5FE9-B3A5-4B88-8E76-C2FDD44C81A3}" destId="{407704BA-FEFF-4B3A-AEC8-DE4B70EFC596}" srcOrd="1" destOrd="0" parTransId="{65DD784C-0258-4E90-9887-AF12C7AE1769}" sibTransId="{17C754E9-1286-49F4-8DC2-E8ED690AADDE}"/>
    <dgm:cxn modelId="{D73A2AF5-B8C2-489A-B355-520F67E795AF}" type="presParOf" srcId="{FAF80CB7-C157-4956-B8F9-98CCB4599F53}" destId="{B2EB84E7-255F-42BB-87C5-9495D0AC3143}" srcOrd="0" destOrd="0" presId="urn:microsoft.com/office/officeart/2018/2/layout/IconVerticalSolidList"/>
    <dgm:cxn modelId="{AEBF860D-72F5-4594-8809-528560DA913E}" type="presParOf" srcId="{B2EB84E7-255F-42BB-87C5-9495D0AC3143}" destId="{D75A4C92-891E-4B5F-9954-3EBA3B82C0FB}" srcOrd="0" destOrd="0" presId="urn:microsoft.com/office/officeart/2018/2/layout/IconVerticalSolidList"/>
    <dgm:cxn modelId="{6DD1337E-F978-41C5-AD46-0A2249561655}" type="presParOf" srcId="{B2EB84E7-255F-42BB-87C5-9495D0AC3143}" destId="{C5128E5E-F9F1-485E-A376-D8154D0826A8}" srcOrd="1" destOrd="0" presId="urn:microsoft.com/office/officeart/2018/2/layout/IconVerticalSolidList"/>
    <dgm:cxn modelId="{653B5F66-9963-4F96-948D-8E4BB553238E}" type="presParOf" srcId="{B2EB84E7-255F-42BB-87C5-9495D0AC3143}" destId="{BA934EA3-27C9-4188-9A3A-68DF674506DA}" srcOrd="2" destOrd="0" presId="urn:microsoft.com/office/officeart/2018/2/layout/IconVerticalSolidList"/>
    <dgm:cxn modelId="{FB03C5B7-BE1D-4DB2-AE16-52FDD732F402}" type="presParOf" srcId="{B2EB84E7-255F-42BB-87C5-9495D0AC3143}" destId="{FAAFBE55-E8D0-4C8E-AE01-D6944BA7A69A}" srcOrd="3" destOrd="0" presId="urn:microsoft.com/office/officeart/2018/2/layout/IconVerticalSolidList"/>
    <dgm:cxn modelId="{70BC08E7-98CC-4343-B970-DF68C0B1EBEB}" type="presParOf" srcId="{FAF80CB7-C157-4956-B8F9-98CCB4599F53}" destId="{235856C8-56D8-42DA-8657-A21BF91A9703}" srcOrd="1" destOrd="0" presId="urn:microsoft.com/office/officeart/2018/2/layout/IconVerticalSolidList"/>
    <dgm:cxn modelId="{0279A0F1-D7A2-4A59-B9DB-C618D649B8A5}" type="presParOf" srcId="{FAF80CB7-C157-4956-B8F9-98CCB4599F53}" destId="{3E1F0DDA-2598-4290-81C5-16AC1736991E}" srcOrd="2" destOrd="0" presId="urn:microsoft.com/office/officeart/2018/2/layout/IconVerticalSolidList"/>
    <dgm:cxn modelId="{EBEEEDA3-C598-4C18-AA61-BDE79CBA1AED}" type="presParOf" srcId="{3E1F0DDA-2598-4290-81C5-16AC1736991E}" destId="{21FFC1D0-04EC-4A59-9B1F-230B4A106447}" srcOrd="0" destOrd="0" presId="urn:microsoft.com/office/officeart/2018/2/layout/IconVerticalSolidList"/>
    <dgm:cxn modelId="{AF4D028C-703C-479A-8826-4979BE5E7B67}" type="presParOf" srcId="{3E1F0DDA-2598-4290-81C5-16AC1736991E}" destId="{548413AB-EFA9-45BB-9C84-A9481AC830B4}" srcOrd="1" destOrd="0" presId="urn:microsoft.com/office/officeart/2018/2/layout/IconVerticalSolidList"/>
    <dgm:cxn modelId="{EB81BE10-8930-49BE-9817-9E99229C5A1B}" type="presParOf" srcId="{3E1F0DDA-2598-4290-81C5-16AC1736991E}" destId="{F769B16A-69C4-4EB7-8841-9F207717C47B}" srcOrd="2" destOrd="0" presId="urn:microsoft.com/office/officeart/2018/2/layout/IconVerticalSolidList"/>
    <dgm:cxn modelId="{ACCAE22E-1B90-4E9E-BB7F-17DDCF5C0BD6}" type="presParOf" srcId="{3E1F0DDA-2598-4290-81C5-16AC1736991E}" destId="{441600A0-B9A9-4077-98B8-9387F8CBEC82}" srcOrd="3" destOrd="0" presId="urn:microsoft.com/office/officeart/2018/2/layout/IconVerticalSolidList"/>
    <dgm:cxn modelId="{6B39C3A8-0CC5-4A79-BD47-C71E9391878E}" type="presParOf" srcId="{FAF80CB7-C157-4956-B8F9-98CCB4599F53}" destId="{0D83E314-5E41-4FB2-9EEC-2992AE391A0B}" srcOrd="3" destOrd="0" presId="urn:microsoft.com/office/officeart/2018/2/layout/IconVerticalSolidList"/>
    <dgm:cxn modelId="{7E0189B1-0064-40D0-B4BC-BBBB0DBF0C78}" type="presParOf" srcId="{FAF80CB7-C157-4956-B8F9-98CCB4599F53}" destId="{7A757599-829E-4E76-B7E3-17C00108F442}" srcOrd="4" destOrd="0" presId="urn:microsoft.com/office/officeart/2018/2/layout/IconVerticalSolidList"/>
    <dgm:cxn modelId="{F07B096F-8D9D-4520-A82E-94FBDCCA112B}" type="presParOf" srcId="{7A757599-829E-4E76-B7E3-17C00108F442}" destId="{C3BF1506-D1BB-4909-9174-A98ABA75737D}" srcOrd="0" destOrd="0" presId="urn:microsoft.com/office/officeart/2018/2/layout/IconVerticalSolidList"/>
    <dgm:cxn modelId="{BEAD3652-C974-44C1-9364-4966B02FF132}" type="presParOf" srcId="{7A757599-829E-4E76-B7E3-17C00108F442}" destId="{F3FC8FCD-4470-4909-AE1F-D366064B2DEC}" srcOrd="1" destOrd="0" presId="urn:microsoft.com/office/officeart/2018/2/layout/IconVerticalSolidList"/>
    <dgm:cxn modelId="{FCFCDC9A-8B05-4865-B4B3-1ED3473209EC}" type="presParOf" srcId="{7A757599-829E-4E76-B7E3-17C00108F442}" destId="{A51B2728-BF01-44FE-A764-E091640DC6A0}" srcOrd="2" destOrd="0" presId="urn:microsoft.com/office/officeart/2018/2/layout/IconVerticalSolidList"/>
    <dgm:cxn modelId="{7FB2C6BB-5162-41BE-B773-CE48B4271FBE}" type="presParOf" srcId="{7A757599-829E-4E76-B7E3-17C00108F442}" destId="{501FC419-CFED-4941-A70B-500DCCAC73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6D0F6-A065-420B-9D0B-3B2AF2B7051E}">
      <dsp:nvSpPr>
        <dsp:cNvPr id="0" name=""/>
        <dsp:cNvSpPr/>
      </dsp:nvSpPr>
      <dsp:spPr>
        <a:xfrm>
          <a:off x="0" y="0"/>
          <a:ext cx="600211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F8666BE-E169-416B-BCFB-8957B589B52B}">
      <dsp:nvSpPr>
        <dsp:cNvPr id="0" name=""/>
        <dsp:cNvSpPr/>
      </dsp:nvSpPr>
      <dsp:spPr>
        <a:xfrm>
          <a:off x="0" y="0"/>
          <a:ext cx="6002110" cy="1864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Scope as a Discipline:</a:t>
          </a:r>
          <a:r>
            <a:rPr lang="en-US" sz="1800" kern="1200"/>
            <a:t> Covers the study of software processes, development principles, techniques, notations, project management, and quality assurance. </a:t>
          </a:r>
        </a:p>
      </dsp:txBody>
      <dsp:txXfrm>
        <a:off x="0" y="0"/>
        <a:ext cx="6002110" cy="1864517"/>
      </dsp:txXfrm>
    </dsp:sp>
    <dsp:sp modelId="{322499B4-FE53-47E5-9D2A-D07FD13F2A0D}">
      <dsp:nvSpPr>
        <dsp:cNvPr id="0" name=""/>
        <dsp:cNvSpPr/>
      </dsp:nvSpPr>
      <dsp:spPr>
        <a:xfrm>
          <a:off x="0" y="1864517"/>
          <a:ext cx="600211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899437-6AB7-44D7-8731-C8DDEBAF0A62}">
      <dsp:nvSpPr>
        <dsp:cNvPr id="0" name=""/>
        <dsp:cNvSpPr/>
      </dsp:nvSpPr>
      <dsp:spPr>
        <a:xfrm>
          <a:off x="0" y="1864517"/>
          <a:ext cx="6002110" cy="1864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Processes, Techniques, and Notations:</a:t>
          </a:r>
          <a:r>
            <a:rPr lang="en-US" sz="1800" kern="1200"/>
            <a:t> Uses structured processes (e.g., Waterfall, Agile, Incremental), technical techniques (e.g., continuous integration, component reuse), and standardized notations (e.g., UML diagrams) to define and design systems. </a:t>
          </a:r>
        </a:p>
      </dsp:txBody>
      <dsp:txXfrm>
        <a:off x="0" y="1864517"/>
        <a:ext cx="6002110" cy="18645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8C0F1-028B-4AB4-BEA6-997E32D9ADBA}">
      <dsp:nvSpPr>
        <dsp:cNvPr id="0" name=""/>
        <dsp:cNvSpPr/>
      </dsp:nvSpPr>
      <dsp:spPr>
        <a:xfrm>
          <a:off x="1953914" y="290926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1E5A7-59AC-4F98-B022-153FBF539B27}">
      <dsp:nvSpPr>
        <dsp:cNvPr id="0" name=""/>
        <dsp:cNvSpPr/>
      </dsp:nvSpPr>
      <dsp:spPr>
        <a:xfrm>
          <a:off x="765914" y="2776878"/>
          <a:ext cx="432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Development vs. Maintenance Costs:</a:t>
          </a:r>
          <a:r>
            <a:rPr lang="en-US" sz="1600" kern="1200" dirty="0"/>
            <a:t> Maintenance costs far exceed initial development costs for long-life systems, making up over 60% of total software production expenditure. </a:t>
          </a:r>
        </a:p>
      </dsp:txBody>
      <dsp:txXfrm>
        <a:off x="765914" y="2776878"/>
        <a:ext cx="4320000" cy="1125000"/>
      </dsp:txXfrm>
    </dsp:sp>
    <dsp:sp modelId="{B88B12AF-DF1F-4342-93E7-E8D4D0091102}">
      <dsp:nvSpPr>
        <dsp:cNvPr id="0" name=""/>
        <dsp:cNvSpPr/>
      </dsp:nvSpPr>
      <dsp:spPr>
        <a:xfrm>
          <a:off x="7029914" y="290926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FAA8E7-9635-43C8-B820-F9D95557BDFA}">
      <dsp:nvSpPr>
        <dsp:cNvPr id="0" name=""/>
        <dsp:cNvSpPr/>
      </dsp:nvSpPr>
      <dsp:spPr>
        <a:xfrm>
          <a:off x="5841914" y="2776878"/>
          <a:ext cx="432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Why Maintenance is More Expensive :</a:t>
          </a:r>
          <a:r>
            <a:rPr lang="en-US" sz="1600" kern="1200" dirty="0"/>
            <a:t> Software must continuously evolve to meet changing user requirements, adapt to new hardware/platforms, fix bugs in production, and preserve domain knowledge when team members leave. </a:t>
          </a:r>
        </a:p>
      </dsp:txBody>
      <dsp:txXfrm>
        <a:off x="5841914" y="2776878"/>
        <a:ext cx="4320000" cy="112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A4C92-891E-4B5F-9954-3EBA3B82C0FB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28E5E-F9F1-485E-A376-D8154D0826A8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FBE55-E8D0-4C8E-AE01-D6944BA7A69A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Algorithmic Cost Modeling:</a:t>
          </a:r>
          <a:r>
            <a:rPr lang="en-US" sz="2100" kern="1200"/>
            <a:t> Mathematical formulas based on code size and project attributes (e.g., COCOMO). </a:t>
          </a:r>
        </a:p>
      </dsp:txBody>
      <dsp:txXfrm>
        <a:off x="1939533" y="717"/>
        <a:ext cx="4362067" cy="1679249"/>
      </dsp:txXfrm>
    </dsp:sp>
    <dsp:sp modelId="{21FFC1D0-04EC-4A59-9B1F-230B4A106447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413AB-EFA9-45BB-9C84-A9481AC830B4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600A0-B9A9-4077-98B8-9387F8CBEC82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Expert Judgment:</a:t>
          </a:r>
          <a:r>
            <a:rPr lang="en-US" sz="2100" kern="1200"/>
            <a:t> Domain experts iterate until reaching a consensus on required effort. </a:t>
          </a:r>
        </a:p>
      </dsp:txBody>
      <dsp:txXfrm>
        <a:off x="1939533" y="2099779"/>
        <a:ext cx="4362067" cy="1679249"/>
      </dsp:txXfrm>
    </dsp:sp>
    <dsp:sp modelId="{C3BF1506-D1BB-4909-9174-A98ABA75737D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FC8FCD-4470-4909-AE1F-D366064B2DEC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419-CFED-4941-A70B-500DCCAC73DE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Analogy-Based Estimation:</a:t>
          </a:r>
          <a:r>
            <a:rPr lang="en-US" sz="2100" kern="1200"/>
            <a:t> Comparing the current project against a database of similar past projects</a:t>
          </a:r>
        </a:p>
      </dsp:txBody>
      <dsp:txXfrm>
        <a:off x="1939533" y="4198841"/>
        <a:ext cx="43620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8FC73-8744-41CD-81F0-AAA0E5303B95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1AE1F-791A-4B2F-9467-7A903B73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1AE1F-791A-4B2F-9467-7A903B7390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80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1AE1F-791A-4B2F-9467-7A903B7390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20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BC37-66E6-1D02-3C5C-B67E1EF91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992BD-7304-6289-B25E-E5BAB6C40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C6377-FF4D-BA09-959E-618C6C66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DE105-7E3E-5756-D798-A56E322E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01B03-7224-B58C-28EE-E2BABD3B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9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0061-309A-4F6D-C7A6-6AAB312F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AF7B-F071-0DFD-BA89-EFE2E4C2A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16ED5-CD20-CFCC-94FE-DE3A6C2F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4B11C-0F95-4C57-85B6-0C54D3118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5146-F32C-AB3C-CF75-9E326953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7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6C994-A623-F4F0-09E0-2D30B679E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FC2FA-7E05-8565-7BC6-F9CD4808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253AC-6C98-94FD-01EC-6F07A705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90578-6258-1A7C-A1DA-ED6D9371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031B3-4F8F-0372-3A96-013248146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53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395C-5563-3CC6-EC37-0888FD8D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BC4C7-8D08-1736-76FD-12E392BF1D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B81C5-7828-1056-E7BA-6DBB32D5F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84D56-25D7-7BC1-8916-3293BB0F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B969E-15D2-AD3B-D679-EEC349FE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95A06-6954-2DAB-20DF-01E777C7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9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3263-FB70-D590-5DAD-ECCF249BB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4C1E1-6C39-B45B-5B83-8AACE6AB7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33FEA-0A74-441C-A10A-BBE2DC38C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DAB-9BFA-FC72-E785-31E00FFA3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653E0-53B1-B500-5B62-A0513C72A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F5EA1E-4A1B-EC95-1161-AB52B74B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AE4344-51A4-D382-50F9-F632D542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70857-3AFC-80D8-A6F5-2252C397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2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44C2-8428-3ED0-554E-A8F25A32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7BB9A-4C02-A8A6-5529-80FDFACD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65037D-8E53-71F4-AC9A-B015CE8F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EFE68-841C-7364-3F8F-9E4774F0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2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1A1FC-3FD2-4F01-0D9C-DED763CF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B31A4-39D3-593C-9E27-131EB2BF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AFDC5-1FB6-8F47-669E-74BD75D0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8066A-90E8-185F-D658-C2573B536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4CA26-9CF0-30F3-C9D3-BA7EC6BEF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F365F-7A29-3114-406D-765755B9F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8E683-0BBC-53DD-D7AD-FD7DCA2D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94CAB-F6B5-B30B-A4D4-1252E6E1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53D9-F62A-4072-87B1-962AAFF6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2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DC2C-6C43-EBD5-AF14-2583C897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A2954-2EC0-A10A-C269-CEDB4D993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C1011-DBC5-5E45-4A23-4A0802192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57F09-92C8-5A46-8F48-1EA49635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28F61-B402-9F97-827B-12D2DD06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8BC6C-59D8-4B12-4281-EAFCC1B9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2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6A25-C554-EF0D-9E56-4D48828E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BA8F3-A6C6-6C33-498A-166A5B28A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87EED-3ADF-9AFB-F66E-A5102433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F28D5-567F-0B39-F79B-75A9149D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E851-51D3-B7C5-C596-4D2C7F1B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5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7F6F7-DC8A-65D9-78E5-3CC80B8F6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6920F-1C8E-14DC-7059-49283C075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2A122-A1B1-2E93-97AA-ADF2D706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B722-0236-DB7F-26C0-8AC4EB5B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3A169-418E-93B4-FDDC-BEA6FC21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76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39193-E8DB-62FD-9561-A2D500736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9156F-255E-2B01-74CB-B13944132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EA87-038F-BDBD-51CD-C3BAE7196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B99AA-9471-4AFF-98FD-968B7CCD72E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53C16-2BA6-828B-C3F0-BC7B9DB24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5756E-0939-8C19-A94C-FF1C8C3C4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7EEFC-6321-44AE-9422-7750998BC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9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B2CFD-F87A-D53D-CF4A-76618AC87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Introduction to Software Engineering – Video Presentation and Explanation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E09CA-0AA7-616D-48D9-C7D6B356D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By : Yino Alva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2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01846-08DC-8972-AF1C-39DF2B8F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Introduction to Software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44102-0179-30BB-D8FB-A089F0827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>
            <a:normAutofit lnSpcReduction="10000"/>
          </a:bodyPr>
          <a:lstStyle/>
          <a:p>
            <a:r>
              <a:rPr lang="en-US" sz="1600" b="1" dirty="0"/>
              <a:t>What is Software Engineering? </a:t>
            </a:r>
          </a:p>
          <a:p>
            <a:pPr lvl="1"/>
            <a:r>
              <a:rPr lang="en-US" sz="1600" dirty="0"/>
              <a:t>Software engineering is an engineering discipline concerned with all aspects of software production, applying systematic, disciplined, and quantifiable approaches to the development, operation, and maintenance of software.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Historical Context (NATO Conferences 1968 &amp; 1969):</a:t>
            </a:r>
            <a:r>
              <a:rPr lang="en-US" sz="1600" dirty="0"/>
              <a:t> The term was popularized during the 1968 and 1969 NATO Software Engineering Conferences in Garmisch, Germany, and Rome, Italy. These conferences were convened to address the "Software Crisis“, a period where software projects routinely ran over budget, missed deadlines, contained numerous bugs, and proved difficult to maintain.</a:t>
            </a:r>
          </a:p>
          <a:p>
            <a:pPr lvl="1"/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1968 NATO Software Engineering Conference">
            <a:extLst>
              <a:ext uri="{FF2B5EF4-FFF2-40B4-BE49-F238E27FC236}">
                <a16:creationId xmlns:a16="http://schemas.microsoft.com/office/drawing/2014/main" id="{C05D4BF8-679B-CF50-322C-43B4BFE83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2037393"/>
            <a:ext cx="4170530" cy="281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2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7FF5124E-E53F-07AE-9730-A98FC0937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" r="40219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E4F5-330F-1D84-E250-60BE6CAE6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>
            <a:normAutofit/>
          </a:bodyPr>
          <a:lstStyle/>
          <a:p>
            <a:r>
              <a:rPr lang="en-US" sz="1900" b="1"/>
              <a:t>Overview of software engineering’s role in professional software development.</a:t>
            </a:r>
          </a:p>
          <a:p>
            <a:pPr marL="0" indent="0">
              <a:buNone/>
            </a:pPr>
            <a:endParaRPr lang="en-US" sz="1900"/>
          </a:p>
          <a:p>
            <a:pPr lvl="1"/>
            <a:r>
              <a:rPr lang="en-US" sz="1900"/>
              <a:t>Software engineering transforms informal coding practices into an organized professional discipline. It ensures software systems are reliable, scalable, secure, and cost-effective to meet real-world business requirements.</a:t>
            </a:r>
          </a:p>
        </p:txBody>
      </p:sp>
    </p:spTree>
    <p:extLst>
      <p:ext uri="{BB962C8B-B14F-4D97-AF65-F5344CB8AC3E}">
        <p14:creationId xmlns:p14="http://schemas.microsoft.com/office/powerpoint/2010/main" val="48806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F7916-6E01-DA08-D596-A2878D23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See you in Part 2</a:t>
            </a:r>
          </a:p>
        </p:txBody>
      </p:sp>
    </p:spTree>
    <p:extLst>
      <p:ext uri="{BB962C8B-B14F-4D97-AF65-F5344CB8AC3E}">
        <p14:creationId xmlns:p14="http://schemas.microsoft.com/office/powerpoint/2010/main" val="1172164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8A9D8-D21A-B4B7-9E37-DBAAE656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771B8-005A-B6AF-9941-1B6F6A0A0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Introduction to Software Engineering – Part 2-Key Concepts in Software Engineering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FFD2F-28B3-01ED-BA38-5A57500F7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By : Yino Alva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0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E1818F7B-34FE-B0F6-093A-AA1CC6C00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57" r="43268" b="-446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CCC85-7BA5-EE52-AE06-362199C1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3400"/>
              <a:t>Software Engineering vs. Software Programming:</a:t>
            </a:r>
            <a:br>
              <a:rPr lang="en-US" sz="3400"/>
            </a:b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F5B3-6579-D79E-C7F8-73E0CC2C1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 b="1"/>
              <a:t>Distinction between software engineering and software programming:</a:t>
            </a:r>
            <a:r>
              <a:rPr lang="en-US" sz="2000"/>
              <a:t> Programming is typically done by a single developer on "toy" or one-of-a-kind applications with short lifespans and minimal maintenance. Software engineering involves teams with distinct roles building complex system families meant to last and evolve. </a:t>
            </a:r>
          </a:p>
        </p:txBody>
      </p:sp>
    </p:spTree>
    <p:extLst>
      <p:ext uri="{BB962C8B-B14F-4D97-AF65-F5344CB8AC3E}">
        <p14:creationId xmlns:p14="http://schemas.microsoft.com/office/powerpoint/2010/main" val="93221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59C5E-42FC-09E9-3BD1-677E668E2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3700"/>
              <a:t>Software Engineering vs. Software Programming:</a:t>
            </a:r>
            <a:br>
              <a:rPr lang="en-US" sz="3700"/>
            </a:br>
            <a:endParaRPr lang="en-US" sz="37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CF8DD4-AD58-5C13-807D-0E5675C4B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800" y="2470244"/>
                <a:ext cx="5334197" cy="3769835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000" b="1"/>
                  <a:t>Team-based Development, Complex Systems &amp; Lifespans:</a:t>
                </a:r>
                <a:r>
                  <a:rPr lang="en-US" sz="2000"/>
                  <a:t> Software engineering coordinates multiple roles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𝐴𝑟𝑐ℎ𝑖𝑡𝑒𝑐𝑡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𝐷𝑒𝑣𝑒𝑙𝑜𝑝𝑒𝑟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𝑀𝑎𝑛𝑎𝑔𝑒𝑟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𝑇𝑒𝑠𝑡𝑒𝑟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𝐶𝑢𝑠𝑡𝑜𝑚𝑒𝑟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𝑈𝑠𝑒𝑟</m:t>
                    </m:r>
                  </m:oMath>
                </a14:m>
                <a:r>
                  <a:rPr lang="en-US" sz="2000"/>
                  <a:t>), manages vast structural complexity, and supports long lifespans where maintenance accounts for over 60% of total costs.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CF8DD4-AD58-5C13-807D-0E5675C4B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800" y="2470244"/>
                <a:ext cx="5334197" cy="3769835"/>
              </a:xfrm>
              <a:blipFill>
                <a:blip r:embed="rId2"/>
                <a:stretch>
                  <a:fillRect l="-1029" r="-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3C9A297-6365-2B23-9D96-07B2FD1CBB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5" r="4396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0939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FB684-317D-C353-0B83-B215F33A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3400"/>
              <a:t>Software Process and Development:</a:t>
            </a:r>
            <a:br>
              <a:rPr lang="en-US" sz="3400"/>
            </a:br>
            <a:endParaRPr lang="en-US" sz="3400"/>
          </a:p>
        </p:txBody>
      </p:sp>
      <p:pic>
        <p:nvPicPr>
          <p:cNvPr id="7" name="Picture 6" descr="Digital financial graph">
            <a:extLst>
              <a:ext uri="{FF2B5EF4-FFF2-40B4-BE49-F238E27FC236}">
                <a16:creationId xmlns:a16="http://schemas.microsoft.com/office/drawing/2014/main" id="{B5BD886A-F302-3C43-E9E6-191DEB23CC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40" r="1841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84CE812-41CF-DFEE-8A63-81007CDCD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787993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5207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68B76-BC3D-C8F8-7CAB-1E739475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4D6022D-2905-66C1-D2C5-05FF23F70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A9D9C-865F-79B3-4E89-9B3E464E9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554F75-70CD-9CD6-1E60-252D7E619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23B051-6088-3070-373F-9B40484A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9D717B-D0B3-60B3-9FA9-A75169C9F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716F37-0744-2FE5-5EC1-053FDCC70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45BEA0E-4A90-EE9E-D0A3-2CAC38BF7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03C73-8291-74A6-431A-B5CF6B722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See you in Part </a:t>
            </a:r>
            <a:r>
              <a:rPr lang="en-US" sz="4800" dirty="0">
                <a:solidFill>
                  <a:srgbClr val="FFFFFF"/>
                </a:solidFill>
              </a:rPr>
              <a:t>3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2117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55A7B-D929-7114-44B1-743F3F7B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48B4D-41EC-9F92-3174-3559359F6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Introduction to Software Engineering – Part 3-Software Costs and Maintenance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136EC-0A75-04A6-4C63-63B6D7C1A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By : Yino Alva</a:t>
            </a:r>
          </a:p>
        </p:txBody>
      </p:sp>
    </p:spTree>
    <p:extLst>
      <p:ext uri="{BB962C8B-B14F-4D97-AF65-F5344CB8AC3E}">
        <p14:creationId xmlns:p14="http://schemas.microsoft.com/office/powerpoint/2010/main" val="269730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DA10D-EE7E-C990-FF78-7CC3A5CF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Understanding Software Costs: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BEA13E-B895-7781-AF7B-E0A46D053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7741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4998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06B663E5-02C5-1371-20AB-E8152E78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64" r="21141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28970-0407-6B79-F260-356DE441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3700"/>
              <a:t>Economic and Management Aspects:</a:t>
            </a:r>
            <a:br>
              <a:rPr lang="en-US" sz="3700"/>
            </a:b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ACEA1-2BCD-AC03-EDA5-CA5F33860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2000" b="1"/>
              <a:t>Importance of Managing Costs:</a:t>
            </a:r>
            <a:r>
              <a:rPr lang="en-US" sz="2000"/>
              <a:t> Quicker initial development is not always better; higher up-front investment in good design reduces long-term maintenance overhead. Cost estimation ensures projects remain viable and deliver ROI. 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67042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E612-6EE5-243F-9580-FFDF2C31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355265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Economic and Management Aspects:</a:t>
            </a:r>
            <a:br>
              <a:rPr lang="en-US" sz="3200"/>
            </a:br>
            <a:endParaRPr lang="en-US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9AE413-5987-1F35-5B2E-9BB171F45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6692" y="2533476"/>
                <a:ext cx="4355265" cy="3447832"/>
              </a:xfrm>
            </p:spPr>
            <p:txBody>
              <a:bodyPr>
                <a:normAutofit/>
              </a:bodyPr>
              <a:lstStyle/>
              <a:p>
                <a:r>
                  <a:rPr lang="en-US" sz="1700" b="1"/>
                  <a:t>Software Production Breakdown:</a:t>
                </a:r>
                <a:r>
                  <a:rPr lang="en-US" sz="170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700" i="0"/>
                      <m:t>Software Production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700" i="0"/>
                      <m:t>Development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1700" i="0"/>
                      <m:t>Maintenance (Evolution)</m:t>
                    </m:r>
                  </m:oMath>
                </a14:m>
                <a:r>
                  <a:rPr lang="en-US" sz="1700"/>
                  <a:t>. Maintenance breaks down into: </a:t>
                </a:r>
              </a:p>
              <a:p>
                <a:pPr lvl="0"/>
                <a:r>
                  <a:rPr lang="en-US" sz="1700" b="1"/>
                  <a:t>Perfective Maintenance (50%):</a:t>
                </a:r>
                <a:r>
                  <a:rPr lang="en-US" sz="1700"/>
                  <a:t> Enhancements, performance improvements, and new feature additions.</a:t>
                </a:r>
              </a:p>
              <a:p>
                <a:pPr lvl="0"/>
                <a:r>
                  <a:rPr lang="en-US" sz="1700" b="1"/>
                  <a:t>Adaptive Maintenance (30%):</a:t>
                </a:r>
                <a:r>
                  <a:rPr lang="en-US" sz="1700"/>
                  <a:t> Modifications required by changes in the operating environment or hardware.</a:t>
                </a:r>
              </a:p>
              <a:p>
                <a:pPr lvl="0"/>
                <a:r>
                  <a:rPr lang="en-US" sz="1700" b="1"/>
                  <a:t>Corrective Maintenance (20%):</a:t>
                </a:r>
                <a:r>
                  <a:rPr lang="en-US" sz="1700"/>
                  <a:t> Fixing errors and software bugs.</a:t>
                </a:r>
              </a:p>
              <a:p>
                <a:endParaRPr lang="en-US" sz="17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9AE413-5987-1F35-5B2E-9BB171F45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6692" y="2533476"/>
                <a:ext cx="4355265" cy="3447832"/>
              </a:xfrm>
              <a:blipFill>
                <a:blip r:embed="rId2"/>
                <a:stretch>
                  <a:fillRect l="-700" t="-1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0EEC62A3-BD99-BE4B-F920-C46E13ED3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94" r="13472" b="-1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69424" y="3028872"/>
            <a:ext cx="1559464" cy="6106313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15441" y="-3760"/>
            <a:ext cx="2176557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096000" y="5502302"/>
            <a:ext cx="6106314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26892" y="2939627"/>
            <a:ext cx="3162908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67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49DE3-29EF-48CF-D923-FE4B0B99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E491C38-EEFB-B82B-F598-0E6328AEA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302D8F-8537-66CA-F0F0-3216FB473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BB471C-C3FC-0482-8BDD-B337A462A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9B7247-54B7-E9CF-5F11-B55B539CB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E7AD05-AE39-9A1F-D362-EC5DB393C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FC0B80-531A-CF1C-484E-035A5FC1F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CD858A9-E160-C6F2-2EE4-774AA78DE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45952-531E-79AC-3D94-D2129B5A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See you in Part </a:t>
            </a:r>
            <a:r>
              <a:rPr lang="en-US" sz="4800" dirty="0">
                <a:solidFill>
                  <a:srgbClr val="FFFFFF"/>
                </a:solidFill>
              </a:rPr>
              <a:t>4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15133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316C0-B6C1-73AA-7BD5-16E4CE5DF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764A4-F88C-7950-28BA-6B8CC574B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Introduction to Software Engineering – Part 4-Challenges in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3684A-B4DE-BA1C-8924-DCA957816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 : Yino Alva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08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93C51-5CD3-E863-CDFC-779E9088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60" r="42497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FE043-1187-A6FE-6967-E2F0BB8DE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Unique Challenges: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8B7F4-887E-B3F2-6192-F0011111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b="1" dirty="0"/>
              <a:t>Difference from Other Engineering Fields: </a:t>
            </a:r>
            <a:r>
              <a:rPr lang="en-US" dirty="0"/>
              <a:t>Software is intangible, highly malleable, lacks physical constraints, and operates with a discontinuous operational nature. </a:t>
            </a:r>
          </a:p>
        </p:txBody>
      </p:sp>
    </p:spTree>
    <p:extLst>
      <p:ext uri="{BB962C8B-B14F-4D97-AF65-F5344CB8AC3E}">
        <p14:creationId xmlns:p14="http://schemas.microsoft.com/office/powerpoint/2010/main" val="1290573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27F8F-AF2D-D630-2430-84EC87CE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3700"/>
              <a:t>Unique Challenges:</a:t>
            </a:r>
            <a:br>
              <a:rPr lang="en-US" sz="3700"/>
            </a:br>
            <a:endParaRPr lang="en-US" sz="3700"/>
          </a:p>
        </p:txBody>
      </p:sp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E285AD56-A085-0F7E-88DA-002772404E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1" r="37668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2503E-CC7F-D6E2-888D-71B0EC64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400" dirty="0"/>
              <a:t>Inherent Difficulties:</a:t>
            </a:r>
          </a:p>
          <a:p>
            <a:pPr lvl="0"/>
            <a:r>
              <a:rPr lang="en-US" sz="2400" b="1" dirty="0"/>
              <a:t>Complexity:</a:t>
            </a:r>
            <a:r>
              <a:rPr lang="en-US" sz="2400" dirty="0"/>
              <a:t> Software parts are non-identical and complexity grows non-linearly with size. </a:t>
            </a:r>
          </a:p>
          <a:p>
            <a:pPr lvl="0"/>
            <a:r>
              <a:rPr lang="en-US" sz="2400" b="1" dirty="0"/>
              <a:t>Human-Intensive Processes:</a:t>
            </a:r>
            <a:r>
              <a:rPr lang="en-US" sz="2400" dirty="0"/>
              <a:t> Software construction relies heavily on human intellect and team dynamics. </a:t>
            </a:r>
          </a:p>
          <a:p>
            <a:pPr lvl="0"/>
            <a:r>
              <a:rPr lang="en-US" sz="2400" b="1" dirty="0"/>
              <a:t>Malleability:</a:t>
            </a:r>
            <a:r>
              <a:rPr lang="en-US" sz="2400" dirty="0"/>
              <a:t> Because software is easy to change relative to hardware, users expect continuous modifications.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56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E3C6D-7575-3E2C-18EB-599E67F9F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Estimating Software Development Resources:</a:t>
            </a:r>
            <a:br>
              <a:rPr lang="en-US" sz="4100">
                <a:solidFill>
                  <a:schemeClr val="bg1"/>
                </a:solidFill>
              </a:rPr>
            </a:br>
            <a:endParaRPr lang="en-US" sz="410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5186A6A5-EE00-026C-BC2B-847A4D647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51563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6711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A180F-3EF4-AC89-6C9D-DEF4735FF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400" dirty="0"/>
              <a:t>Estimating Software Development Resources: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3FE-4600-69DE-06B1-E898BE8E2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1"/>
              <a:t>Predicting Time, Effort, and Budget Challenges:</a:t>
            </a:r>
            <a:r>
              <a:rPr lang="en-US" sz="2000"/>
              <a:t> Estimation is inherently difficult because initial requirements are often vague, technology or hardware may be unfamiliar, team composition varies, and requirement volatility introduces unpredictable scope changes. </a:t>
            </a:r>
          </a:p>
        </p:txBody>
      </p:sp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176B84C0-5953-6D61-A722-C6F2A9D7BF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8" r="3763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93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E087C-15B3-5BA1-9D6D-7A5A2075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C510C08-1416-313B-6A58-98DCFFC1F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9A8713-169F-4832-1FD4-B32E1F68F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AE4201-0E9A-C302-CFD3-4FDFB8491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68BABE-150A-46EB-5E29-293E42A94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6A16D1-51D5-4124-2F98-D3FA2515E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2B8A4D-8F48-3313-EF23-B5265F85B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A48B5AF-D24A-5DCE-15E2-06EABF404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6A235-91E9-EE08-F66A-DF12B7EF8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1284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772</Words>
  <Application>Microsoft Office PowerPoint</Application>
  <PresentationFormat>Widescreen</PresentationFormat>
  <Paragraphs>52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Introduction to Software Engineering – Video Presentation and Explanation</vt:lpstr>
      <vt:lpstr>Introduction to Software Engineering </vt:lpstr>
      <vt:lpstr>PowerPoint Presentation</vt:lpstr>
      <vt:lpstr>See you in Part 2</vt:lpstr>
      <vt:lpstr>Introduction to Software Engineering – Part 2-Key Concepts in Software Engineering</vt:lpstr>
      <vt:lpstr>Software Engineering vs. Software Programming: </vt:lpstr>
      <vt:lpstr>Software Engineering vs. Software Programming: </vt:lpstr>
      <vt:lpstr>Software Process and Development: </vt:lpstr>
      <vt:lpstr>See you in Part 3</vt:lpstr>
      <vt:lpstr>Introduction to Software Engineering – Part 3-Software Costs and Maintenance</vt:lpstr>
      <vt:lpstr>Understanding Software Costs: </vt:lpstr>
      <vt:lpstr>Economic and Management Aspects: </vt:lpstr>
      <vt:lpstr>Economic and Management Aspects: </vt:lpstr>
      <vt:lpstr>See you in Part 4</vt:lpstr>
      <vt:lpstr>Introduction to Software Engineering – Part 4-Challenges in Software Engineering</vt:lpstr>
      <vt:lpstr>Unique Challenges:</vt:lpstr>
      <vt:lpstr>Unique Challenges: </vt:lpstr>
      <vt:lpstr>Estimating Software Development Resources: </vt:lpstr>
      <vt:lpstr>Estimating Software Development Resources: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Alva, Yino</dc:creator>
  <cp:lastModifiedBy>Alva, Yino</cp:lastModifiedBy>
  <cp:revision>1</cp:revision>
  <dcterms:created xsi:type="dcterms:W3CDTF">2026-09-24T01:08:31Z</dcterms:created>
  <dcterms:modified xsi:type="dcterms:W3CDTF">2026-10-03T01:08:04Z</dcterms:modified>
</cp:coreProperties>
</file>